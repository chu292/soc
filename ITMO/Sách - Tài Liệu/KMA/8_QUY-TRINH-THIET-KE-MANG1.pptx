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Layouts/slideLayout28.xml" ContentType="application/vnd.openxmlformats-officedocument.presentationml.slideLayou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docProps/core.xml" ContentType="application/vnd.openxmlformats-package.core-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3"/>
    <p:sldMasterId id="2147483685" r:id="rId4"/>
  </p:sldMasterIdLst>
  <p:notesMasterIdLst>
    <p:notesMasterId r:id="rId15"/>
  </p:notesMasterIdLst>
  <p:sldIdLst>
    <p:sldId id="379" r:id="rId5"/>
    <p:sldId id="392" r:id="rId6"/>
    <p:sldId id="393" r:id="rId7"/>
    <p:sldId id="394" r:id="rId8"/>
    <p:sldId id="395" r:id="rId9"/>
    <p:sldId id="396" r:id="rId10"/>
    <p:sldId id="397" r:id="rId11"/>
    <p:sldId id="398" r:id="rId12"/>
    <p:sldId id="399" r:id="rId13"/>
    <p:sldId id="400" r:id="rId14"/>
  </p:sldIdLst>
  <p:sldSz cx="9144000" cy="6858000" type="screen4x3"/>
  <p:notesSz cx="6858000" cy="9144000"/>
  <p:defaultTextStyle>
    <a:defPPr>
      <a:defRPr lang="en-US"/>
    </a:defPPr>
    <a:lvl1pPr algn="ctr" rtl="0" fontAlgn="base">
      <a:spcBef>
        <a:spcPct val="0"/>
      </a:spcBef>
      <a:spcAft>
        <a:spcPct val="0"/>
      </a:spcAft>
      <a:defRPr b="1"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b="1"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b="1"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b="1"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b="1" kern="1200">
        <a:solidFill>
          <a:schemeClr val="tx1"/>
        </a:solidFill>
        <a:latin typeface="Arial" panose="020B0604020202020204" pitchFamily="34" charset="0"/>
        <a:ea typeface="+mn-ea"/>
        <a:cs typeface="+mn-cs"/>
      </a:defRPr>
    </a:lvl5pPr>
    <a:lvl6pPr marL="2286000" algn="l" defTabSz="914400" rtl="0" eaLnBrk="1" latinLnBrk="0" hangingPunct="1">
      <a:defRPr b="1" kern="1200">
        <a:solidFill>
          <a:schemeClr val="tx1"/>
        </a:solidFill>
        <a:latin typeface="Arial" panose="020B0604020202020204" pitchFamily="34" charset="0"/>
        <a:ea typeface="+mn-ea"/>
        <a:cs typeface="+mn-cs"/>
      </a:defRPr>
    </a:lvl6pPr>
    <a:lvl7pPr marL="2743200" algn="l" defTabSz="914400" rtl="0" eaLnBrk="1" latinLnBrk="0" hangingPunct="1">
      <a:defRPr b="1" kern="1200">
        <a:solidFill>
          <a:schemeClr val="tx1"/>
        </a:solidFill>
        <a:latin typeface="Arial" panose="020B0604020202020204" pitchFamily="34" charset="0"/>
        <a:ea typeface="+mn-ea"/>
        <a:cs typeface="+mn-cs"/>
      </a:defRPr>
    </a:lvl7pPr>
    <a:lvl8pPr marL="3200400" algn="l" defTabSz="914400" rtl="0" eaLnBrk="1" latinLnBrk="0" hangingPunct="1">
      <a:defRPr b="1" kern="1200">
        <a:solidFill>
          <a:schemeClr val="tx1"/>
        </a:solidFill>
        <a:latin typeface="Arial" panose="020B0604020202020204" pitchFamily="34" charset="0"/>
        <a:ea typeface="+mn-ea"/>
        <a:cs typeface="+mn-cs"/>
      </a:defRPr>
    </a:lvl8pPr>
    <a:lvl9pPr marL="3657600" algn="l" defTabSz="914400" rtl="0" eaLnBrk="1" latinLnBrk="0" hangingPunct="1">
      <a:defRPr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FFCCFF"/>
    <a:srgbClr val="000099"/>
    <a:srgbClr val="006600"/>
    <a:srgbClr val="CC3300"/>
    <a:srgbClr val="336699"/>
    <a:srgbClr val="EAEAEA"/>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14" autoAdjust="0"/>
    <p:restoredTop sz="94660"/>
  </p:normalViewPr>
  <p:slideViewPr>
    <p:cSldViewPr>
      <p:cViewPr varScale="1">
        <p:scale>
          <a:sx n="69" d="100"/>
          <a:sy n="69" d="100"/>
        </p:scale>
        <p:origin x="-1182" y="-108"/>
      </p:cViewPr>
      <p:guideLst>
        <p:guide orient="horz" pos="2160"/>
        <p:guide pos="2880"/>
      </p:guideLst>
    </p:cSldViewPr>
  </p:slideViewPr>
  <p:notesTextViewPr>
    <p:cViewPr>
      <p:scale>
        <a:sx n="100" d="100"/>
        <a:sy n="100" d="100"/>
      </p:scale>
      <p:origin x="0" y="0"/>
    </p:cViewPr>
  </p:notesTextViewPr>
  <p:sorterViewPr>
    <p:cViewPr>
      <p:scale>
        <a:sx n="90" d="100"/>
        <a:sy n="9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openxmlformats.org/officeDocument/2006/relationships/customXml" Target="../customXml/item3.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1554F46-6006-4BD2-AD75-33B1AECA463F}"/>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b="0">
                <a:latin typeface="Arial" charset="0"/>
              </a:defRPr>
            </a:lvl1pPr>
          </a:lstStyle>
          <a:p>
            <a:pPr>
              <a:defRPr/>
            </a:pPr>
            <a:endParaRPr lang="en-US"/>
          </a:p>
        </p:txBody>
      </p:sp>
      <p:sp>
        <p:nvSpPr>
          <p:cNvPr id="17411" name="Rectangle 3">
            <a:extLst>
              <a:ext uri="{FF2B5EF4-FFF2-40B4-BE49-F238E27FC236}">
                <a16:creationId xmlns:a16="http://schemas.microsoft.com/office/drawing/2014/main" id="{AE8AEE4E-07E3-43B1-BC7E-7F5824BDFE92}"/>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latin typeface="Arial" charset="0"/>
              </a:defRPr>
            </a:lvl1pPr>
          </a:lstStyle>
          <a:p>
            <a:pPr>
              <a:defRPr/>
            </a:pPr>
            <a:endParaRPr lang="en-US"/>
          </a:p>
        </p:txBody>
      </p:sp>
      <p:sp>
        <p:nvSpPr>
          <p:cNvPr id="25604" name="Rectangle 4">
            <a:extLst>
              <a:ext uri="{FF2B5EF4-FFF2-40B4-BE49-F238E27FC236}">
                <a16:creationId xmlns:a16="http://schemas.microsoft.com/office/drawing/2014/main" id="{87F88D1A-D8D3-4CA8-AE4F-3E87FE6CBE5E}"/>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84814680-5351-4897-9B01-4C4C3A26F79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2DBB3361-5C2B-4632-9B5F-6D9A9421F20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b="0">
                <a:latin typeface="Arial" charset="0"/>
              </a:defRPr>
            </a:lvl1pPr>
          </a:lstStyle>
          <a:p>
            <a:pPr>
              <a:defRPr/>
            </a:pPr>
            <a:endParaRPr lang="en-US"/>
          </a:p>
        </p:txBody>
      </p:sp>
      <p:sp>
        <p:nvSpPr>
          <p:cNvPr id="17415" name="Rectangle 7">
            <a:extLst>
              <a:ext uri="{FF2B5EF4-FFF2-40B4-BE49-F238E27FC236}">
                <a16:creationId xmlns:a16="http://schemas.microsoft.com/office/drawing/2014/main" id="{4EAE0127-42EE-4BA8-BC14-5086210C4AC9}"/>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b="0"/>
            </a:lvl1pPr>
          </a:lstStyle>
          <a:p>
            <a:fld id="{1B0E2D02-D9B7-4B1E-A123-B8086E47E32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4237473F-292A-4861-ADCC-BB7C66A2C7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8E0669D9-C9B0-4493-B203-3422FDDB1459}" type="slidenum">
              <a:rPr lang="en-US" altLang="en-US" b="0"/>
              <a:pPr eaLnBrk="1" hangingPunct="1"/>
              <a:t>1</a:t>
            </a:fld>
            <a:endParaRPr lang="en-US" altLang="en-US" b="0"/>
          </a:p>
        </p:txBody>
      </p:sp>
      <p:sp>
        <p:nvSpPr>
          <p:cNvPr id="26627" name="Rectangle 2">
            <a:extLst>
              <a:ext uri="{FF2B5EF4-FFF2-40B4-BE49-F238E27FC236}">
                <a16:creationId xmlns:a16="http://schemas.microsoft.com/office/drawing/2014/main" id="{DB7C7029-B969-4E87-925D-95FB67481C3A}"/>
              </a:ext>
            </a:extLst>
          </p:cNvPr>
          <p:cNvSpPr>
            <a:spLocks noRot="1" noChangeArrowheads="1" noTextEdit="1"/>
          </p:cNvSpPr>
          <p:nvPr>
            <p:ph type="sldImg"/>
          </p:nvPr>
        </p:nvSpPr>
        <p:spPr>
          <a:ln/>
        </p:spPr>
      </p:sp>
      <p:sp>
        <p:nvSpPr>
          <p:cNvPr id="26628" name="Rectangle 3">
            <a:extLst>
              <a:ext uri="{FF2B5EF4-FFF2-40B4-BE49-F238E27FC236}">
                <a16:creationId xmlns:a16="http://schemas.microsoft.com/office/drawing/2014/main" id="{05D11DEA-1F9D-4C03-A0A2-57D2CAC835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1DD0E62A-AA1A-456B-AB3B-1CBBA8378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91A944F7-7C6C-40B8-8586-0D3ACAB93D89}" type="slidenum">
              <a:rPr lang="en-US" altLang="en-US" b="0"/>
              <a:pPr eaLnBrk="1" hangingPunct="1"/>
              <a:t>2</a:t>
            </a:fld>
            <a:endParaRPr lang="en-US" altLang="en-US" b="0"/>
          </a:p>
        </p:txBody>
      </p:sp>
      <p:sp>
        <p:nvSpPr>
          <p:cNvPr id="27651" name="Rectangle 2">
            <a:extLst>
              <a:ext uri="{FF2B5EF4-FFF2-40B4-BE49-F238E27FC236}">
                <a16:creationId xmlns:a16="http://schemas.microsoft.com/office/drawing/2014/main" id="{6CF3B2AF-C216-4C7C-9026-7B6BF021187F}"/>
              </a:ext>
            </a:extLst>
          </p:cNvPr>
          <p:cNvSpPr>
            <a:spLocks noRot="1" noChangeArrowheads="1" noTextEdit="1"/>
          </p:cNvSpPr>
          <p:nvPr>
            <p:ph type="sldImg"/>
          </p:nvPr>
        </p:nvSpPr>
        <p:spPr>
          <a:ln/>
        </p:spPr>
      </p:sp>
      <p:sp>
        <p:nvSpPr>
          <p:cNvPr id="27652" name="Rectangle 3">
            <a:extLst>
              <a:ext uri="{FF2B5EF4-FFF2-40B4-BE49-F238E27FC236}">
                <a16:creationId xmlns:a16="http://schemas.microsoft.com/office/drawing/2014/main" id="{2196F3D4-4B8E-447F-AC36-04F680E8BA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FF54F899-CF9B-4A25-8ACD-9A59A1D313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AD853263-FCE3-4AF7-8A5D-0E4F18EBA999}" type="slidenum">
              <a:rPr lang="en-US" altLang="en-US" b="0"/>
              <a:pPr eaLnBrk="1" hangingPunct="1"/>
              <a:t>3</a:t>
            </a:fld>
            <a:endParaRPr lang="en-US" altLang="en-US" b="0"/>
          </a:p>
        </p:txBody>
      </p:sp>
      <p:sp>
        <p:nvSpPr>
          <p:cNvPr id="28675" name="Rectangle 2">
            <a:extLst>
              <a:ext uri="{FF2B5EF4-FFF2-40B4-BE49-F238E27FC236}">
                <a16:creationId xmlns:a16="http://schemas.microsoft.com/office/drawing/2014/main" id="{557C3403-3018-47FC-94C6-DA9C7C9111D5}"/>
              </a:ext>
            </a:extLst>
          </p:cNvPr>
          <p:cNvSpPr>
            <a:spLocks noRot="1" noChangeArrowheads="1" noTextEdit="1"/>
          </p:cNvSpPr>
          <p:nvPr>
            <p:ph type="sldImg"/>
          </p:nvPr>
        </p:nvSpPr>
        <p:spPr>
          <a:ln/>
        </p:spPr>
      </p:sp>
      <p:sp>
        <p:nvSpPr>
          <p:cNvPr id="28676" name="Rectangle 3">
            <a:extLst>
              <a:ext uri="{FF2B5EF4-FFF2-40B4-BE49-F238E27FC236}">
                <a16:creationId xmlns:a16="http://schemas.microsoft.com/office/drawing/2014/main" id="{FD15BE64-5B0D-424A-AF1E-A29AD75813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C689FA4B-E9C4-4114-AF5D-1580728EBA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6726F7D2-658A-4F12-B546-9E0FE75BBA73}" type="slidenum">
              <a:rPr lang="en-US" altLang="en-US" b="0"/>
              <a:pPr eaLnBrk="1" hangingPunct="1"/>
              <a:t>4</a:t>
            </a:fld>
            <a:endParaRPr lang="en-US" altLang="en-US" b="0"/>
          </a:p>
        </p:txBody>
      </p:sp>
      <p:sp>
        <p:nvSpPr>
          <p:cNvPr id="29699" name="Rectangle 2">
            <a:extLst>
              <a:ext uri="{FF2B5EF4-FFF2-40B4-BE49-F238E27FC236}">
                <a16:creationId xmlns:a16="http://schemas.microsoft.com/office/drawing/2014/main" id="{C47577BF-6CB4-406C-8999-32358C41343F}"/>
              </a:ext>
            </a:extLst>
          </p:cNvPr>
          <p:cNvSpPr>
            <a:spLocks noRot="1" noChangeArrowheads="1" noTextEdit="1"/>
          </p:cNvSpPr>
          <p:nvPr>
            <p:ph type="sldImg"/>
          </p:nvPr>
        </p:nvSpPr>
        <p:spPr>
          <a:ln/>
        </p:spPr>
      </p:sp>
      <p:sp>
        <p:nvSpPr>
          <p:cNvPr id="29700" name="Rectangle 3">
            <a:extLst>
              <a:ext uri="{FF2B5EF4-FFF2-40B4-BE49-F238E27FC236}">
                <a16:creationId xmlns:a16="http://schemas.microsoft.com/office/drawing/2014/main" id="{1A4372E8-5B49-4F43-ABCF-85F6FDE307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DD61608B-5AD2-45F1-866A-039F03590AF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079801E4-43E5-4C15-AAAD-78C54C0977FF}" type="slidenum">
              <a:rPr lang="en-US" altLang="en-US" b="0"/>
              <a:pPr eaLnBrk="1" hangingPunct="1"/>
              <a:t>5</a:t>
            </a:fld>
            <a:endParaRPr lang="en-US" altLang="en-US" b="0"/>
          </a:p>
        </p:txBody>
      </p:sp>
      <p:sp>
        <p:nvSpPr>
          <p:cNvPr id="30723" name="Rectangle 2">
            <a:extLst>
              <a:ext uri="{FF2B5EF4-FFF2-40B4-BE49-F238E27FC236}">
                <a16:creationId xmlns:a16="http://schemas.microsoft.com/office/drawing/2014/main" id="{D809EEFA-6122-4B59-AB47-5E99880EF8A2}"/>
              </a:ext>
            </a:extLst>
          </p:cNvPr>
          <p:cNvSpPr>
            <a:spLocks noRot="1" noChangeArrowheads="1" noTextEdit="1"/>
          </p:cNvSpPr>
          <p:nvPr>
            <p:ph type="sldImg"/>
          </p:nvPr>
        </p:nvSpPr>
        <p:spPr>
          <a:ln/>
        </p:spPr>
      </p:sp>
      <p:sp>
        <p:nvSpPr>
          <p:cNvPr id="30724" name="Rectangle 3">
            <a:extLst>
              <a:ext uri="{FF2B5EF4-FFF2-40B4-BE49-F238E27FC236}">
                <a16:creationId xmlns:a16="http://schemas.microsoft.com/office/drawing/2014/main" id="{50820DF3-35B2-4FC0-A1DB-801FE9639A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2BCEACF2-64F0-469C-B0A4-9104474F3A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42E12C2C-4BCD-473B-BADF-4F5A9C7988B0}" type="slidenum">
              <a:rPr lang="en-US" altLang="en-US" b="0"/>
              <a:pPr eaLnBrk="1" hangingPunct="1"/>
              <a:t>6</a:t>
            </a:fld>
            <a:endParaRPr lang="en-US" altLang="en-US" b="0"/>
          </a:p>
        </p:txBody>
      </p:sp>
      <p:sp>
        <p:nvSpPr>
          <p:cNvPr id="31747" name="Rectangle 2">
            <a:extLst>
              <a:ext uri="{FF2B5EF4-FFF2-40B4-BE49-F238E27FC236}">
                <a16:creationId xmlns:a16="http://schemas.microsoft.com/office/drawing/2014/main" id="{01793FD1-B470-4285-B1C7-791B73968F8D}"/>
              </a:ext>
            </a:extLst>
          </p:cNvPr>
          <p:cNvSpPr>
            <a:spLocks noRot="1" noChangeArrowheads="1" noTextEdit="1"/>
          </p:cNvSpPr>
          <p:nvPr>
            <p:ph type="sldImg"/>
          </p:nvPr>
        </p:nvSpPr>
        <p:spPr>
          <a:ln/>
        </p:spPr>
      </p:sp>
      <p:sp>
        <p:nvSpPr>
          <p:cNvPr id="31748" name="Rectangle 3">
            <a:extLst>
              <a:ext uri="{FF2B5EF4-FFF2-40B4-BE49-F238E27FC236}">
                <a16:creationId xmlns:a16="http://schemas.microsoft.com/office/drawing/2014/main" id="{62E4A874-AB6A-4A5D-A2AC-BF7673F097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8E1E9109-7617-448E-A07D-E4CBD846E9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47085450-0529-4835-88BE-B24FD7D265F1}" type="slidenum">
              <a:rPr lang="en-US" altLang="en-US" b="0"/>
              <a:pPr eaLnBrk="1" hangingPunct="1"/>
              <a:t>7</a:t>
            </a:fld>
            <a:endParaRPr lang="en-US" altLang="en-US" b="0"/>
          </a:p>
        </p:txBody>
      </p:sp>
      <p:sp>
        <p:nvSpPr>
          <p:cNvPr id="32771" name="Rectangle 2">
            <a:extLst>
              <a:ext uri="{FF2B5EF4-FFF2-40B4-BE49-F238E27FC236}">
                <a16:creationId xmlns:a16="http://schemas.microsoft.com/office/drawing/2014/main" id="{F09869C7-0A0B-4B28-800A-9A2B87C2F323}"/>
              </a:ext>
            </a:extLst>
          </p:cNvPr>
          <p:cNvSpPr>
            <a:spLocks noRot="1" noChangeArrowheads="1" noTextEdit="1"/>
          </p:cNvSpPr>
          <p:nvPr>
            <p:ph type="sldImg"/>
          </p:nvPr>
        </p:nvSpPr>
        <p:spPr>
          <a:ln/>
        </p:spPr>
      </p:sp>
      <p:sp>
        <p:nvSpPr>
          <p:cNvPr id="32772" name="Rectangle 3">
            <a:extLst>
              <a:ext uri="{FF2B5EF4-FFF2-40B4-BE49-F238E27FC236}">
                <a16:creationId xmlns:a16="http://schemas.microsoft.com/office/drawing/2014/main" id="{9D80D132-3F16-4FE5-8A2C-E7952B399B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173250C4-D7E0-4C1B-9405-9B9552F622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99CDB8FA-07B8-43D4-BC46-7F5184B9AA02}" type="slidenum">
              <a:rPr lang="en-US" altLang="en-US" b="0"/>
              <a:pPr eaLnBrk="1" hangingPunct="1"/>
              <a:t>8</a:t>
            </a:fld>
            <a:endParaRPr lang="en-US" altLang="en-US" b="0"/>
          </a:p>
        </p:txBody>
      </p:sp>
      <p:sp>
        <p:nvSpPr>
          <p:cNvPr id="33795" name="Rectangle 2">
            <a:extLst>
              <a:ext uri="{FF2B5EF4-FFF2-40B4-BE49-F238E27FC236}">
                <a16:creationId xmlns:a16="http://schemas.microsoft.com/office/drawing/2014/main" id="{BF278602-A622-4383-8485-44B39FF95FB8}"/>
              </a:ext>
            </a:extLst>
          </p:cNvPr>
          <p:cNvSpPr>
            <a:spLocks noRot="1" noChangeArrowheads="1" noTextEdit="1"/>
          </p:cNvSpPr>
          <p:nvPr>
            <p:ph type="sldImg"/>
          </p:nvPr>
        </p:nvSpPr>
        <p:spPr>
          <a:ln/>
        </p:spPr>
      </p:sp>
      <p:sp>
        <p:nvSpPr>
          <p:cNvPr id="33796" name="Rectangle 3">
            <a:extLst>
              <a:ext uri="{FF2B5EF4-FFF2-40B4-BE49-F238E27FC236}">
                <a16:creationId xmlns:a16="http://schemas.microsoft.com/office/drawing/2014/main" id="{08C65CE5-6A4B-4840-A69C-45636BCFE5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4FB8D02-19A9-4026-BC67-E297B7851C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49F6EEE2-8300-4FE0-8F75-9D20AA2F9635}" type="slidenum">
              <a:rPr lang="en-US" altLang="en-US" b="0"/>
              <a:pPr eaLnBrk="1" hangingPunct="1"/>
              <a:t>9</a:t>
            </a:fld>
            <a:endParaRPr lang="en-US" altLang="en-US" b="0"/>
          </a:p>
        </p:txBody>
      </p:sp>
      <p:sp>
        <p:nvSpPr>
          <p:cNvPr id="34819" name="Rectangle 2">
            <a:extLst>
              <a:ext uri="{FF2B5EF4-FFF2-40B4-BE49-F238E27FC236}">
                <a16:creationId xmlns:a16="http://schemas.microsoft.com/office/drawing/2014/main" id="{BAB25C25-C2DC-4985-A4B2-D050DC4477C3}"/>
              </a:ext>
            </a:extLst>
          </p:cNvPr>
          <p:cNvSpPr>
            <a:spLocks noRot="1" noChangeArrowheads="1" noTextEdit="1"/>
          </p:cNvSpPr>
          <p:nvPr>
            <p:ph type="sldImg"/>
          </p:nvPr>
        </p:nvSpPr>
        <p:spPr>
          <a:ln/>
        </p:spPr>
      </p:sp>
      <p:sp>
        <p:nvSpPr>
          <p:cNvPr id="34820" name="Rectangle 3">
            <a:extLst>
              <a:ext uri="{FF2B5EF4-FFF2-40B4-BE49-F238E27FC236}">
                <a16:creationId xmlns:a16="http://schemas.microsoft.com/office/drawing/2014/main" id="{BEC27940-8E8C-46F0-A16F-90FF1D1DD6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753898CD-9F8F-4D98-A840-04CB7D1384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E12332A2-99EC-4EF1-B438-7B657750474E}" type="slidenum">
              <a:rPr lang="en-US" altLang="en-US" b="0"/>
              <a:pPr eaLnBrk="1" hangingPunct="1"/>
              <a:t>10</a:t>
            </a:fld>
            <a:endParaRPr lang="en-US" altLang="en-US" b="0"/>
          </a:p>
        </p:txBody>
      </p:sp>
      <p:sp>
        <p:nvSpPr>
          <p:cNvPr id="35843" name="Rectangle 2">
            <a:extLst>
              <a:ext uri="{FF2B5EF4-FFF2-40B4-BE49-F238E27FC236}">
                <a16:creationId xmlns:a16="http://schemas.microsoft.com/office/drawing/2014/main" id="{3F719353-4776-4774-A6A1-21E845FED1CF}"/>
              </a:ext>
            </a:extLst>
          </p:cNvPr>
          <p:cNvSpPr>
            <a:spLocks noRot="1" noChangeArrowheads="1" noTextEdit="1"/>
          </p:cNvSpPr>
          <p:nvPr>
            <p:ph type="sldImg"/>
          </p:nvPr>
        </p:nvSpPr>
        <p:spPr>
          <a:ln/>
        </p:spPr>
      </p:sp>
      <p:sp>
        <p:nvSpPr>
          <p:cNvPr id="35844" name="Rectangle 3">
            <a:extLst>
              <a:ext uri="{FF2B5EF4-FFF2-40B4-BE49-F238E27FC236}">
                <a16:creationId xmlns:a16="http://schemas.microsoft.com/office/drawing/2014/main" id="{BC5F5032-A290-4A79-B325-550DC3FE6E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vi-VN"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198764997"/>
      </p:ext>
    </p:extLst>
  </p:cSld>
  <p:clrMapOvr>
    <a:masterClrMapping/>
  </p:clrMapOvr>
  <p:transition>
    <p:cover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8548434"/>
      </p:ext>
    </p:extLst>
  </p:cSld>
  <p:clrMapOvr>
    <a:masterClrMapping/>
  </p:clrMapOvr>
  <p:transition>
    <p:cover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86492810"/>
      </p:ext>
    </p:extLst>
  </p:cSld>
  <p:clrMapOvr>
    <a:masterClrMapping/>
  </p:clrMapOvr>
  <p:transition>
    <p:cover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3065371"/>
      </p:ext>
    </p:extLst>
  </p:cSld>
  <p:clrMapOvr>
    <a:masterClrMapping/>
  </p:clrMapOvr>
  <p:transition>
    <p:cover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4765721"/>
      </p:ext>
    </p:extLst>
  </p:cSld>
  <p:clrMapOvr>
    <a:masterClrMapping/>
  </p:clrMapOvr>
  <p:transition>
    <p:cover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241604723"/>
      </p:ext>
    </p:extLst>
  </p:cSld>
  <p:clrMapOvr>
    <a:masterClrMapping/>
  </p:clrMapOvr>
  <p:transition>
    <p:cover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5463269"/>
      </p:ext>
    </p:extLst>
  </p:cSld>
  <p:clrMapOvr>
    <a:masterClrMapping/>
  </p:clrMapOvr>
  <p:transition>
    <p:cover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374428612"/>
      </p:ext>
    </p:extLst>
  </p:cSld>
  <p:clrMapOvr>
    <a:masterClrMapping/>
  </p:clrMapOvr>
  <p:transition>
    <p:cover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24980992"/>
      </p:ext>
    </p:extLst>
  </p:cSld>
  <p:clrMapOvr>
    <a:masterClrMapping/>
  </p:clrMapOvr>
  <p:transition>
    <p:cover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4318142"/>
      </p:ext>
    </p:extLst>
  </p:cSld>
  <p:clrMapOvr>
    <a:masterClrMapping/>
  </p:clrMapOvr>
  <p:transition>
    <p:cover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0754140"/>
      </p:ext>
    </p:extLst>
  </p:cSld>
  <p:clrMapOvr>
    <a:masterClrMapping/>
  </p:clrMapOvr>
  <p:transition>
    <p:cover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C58A3D28-16E9-437A-8274-A34696BB3AF8}"/>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2F374CC1-C334-4578-9F6F-094A3188F836}"/>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6463506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92489476-FEDD-4EE4-9E18-76ADCA0C81C5}"/>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98396436-9651-42E0-BD71-68E995041556}"/>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1623655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5027FCFC-E39C-4989-ADF6-3780080043EF}"/>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395213AD-5620-4D01-911B-53DC1687B03D}"/>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6133182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1F29313D-9EB4-4CAF-88F3-75128F1774A4}"/>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E23C0518-6AF3-49AC-A876-DA1D1E25C6FA}"/>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570441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5E4660A9-C81B-4577-ADE6-A0A013730294}"/>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F4E1D418-F935-4E53-BBA0-E53469B2102D}"/>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4275369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67C575A4-00CB-44FA-B920-709C2DD703F8}"/>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671FFC9A-225E-4102-BB47-2C6E8E7F1E20}"/>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7192109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2923271618"/>
      </p:ext>
    </p:extLst>
  </p:cSld>
  <p:clrMapOvr>
    <a:masterClrMapping/>
  </p:clrMapOvr>
  <p:transition>
    <p:cover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181925"/>
      </p:ext>
    </p:extLst>
  </p:cSld>
  <p:clrMapOvr>
    <a:masterClrMapping/>
  </p:clrMapOvr>
  <p:transition>
    <p:cover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84124409"/>
      </p:ext>
    </p:extLst>
  </p:cSld>
  <p:clrMapOvr>
    <a:masterClrMapping/>
  </p:clrMapOvr>
  <p:transition>
    <p:cover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8639151"/>
      </p:ext>
    </p:extLst>
  </p:cSld>
  <p:clrMapOvr>
    <a:masterClrMapping/>
  </p:clrMapOvr>
  <p:transition>
    <p:cover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50696228"/>
      </p:ext>
    </p:extLst>
  </p:cSld>
  <p:clrMapOvr>
    <a:masterClrMapping/>
  </p:clrMapOvr>
  <p:transition>
    <p:cover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015709758"/>
      </p:ext>
    </p:extLst>
  </p:cSld>
  <p:clrMapOvr>
    <a:masterClrMapping/>
  </p:clrMapOvr>
  <p:transition>
    <p:cover dir="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651615"/>
      </p:ext>
    </p:extLst>
  </p:cSld>
  <p:clrMapOvr>
    <a:masterClrMapping/>
  </p:clrMapOvr>
  <p:transition>
    <p:cover dir="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61937833"/>
      </p:ext>
    </p:extLst>
  </p:cSld>
  <p:clrMapOvr>
    <a:masterClrMapping/>
  </p:clrMapOvr>
  <p:transition>
    <p:cover dir="rd"/>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36118427"/>
      </p:ext>
    </p:extLst>
  </p:cSld>
  <p:clrMapOvr>
    <a:masterClrMapping/>
  </p:clrMapOvr>
  <p:transition>
    <p:cover dir="rd"/>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818757"/>
      </p:ext>
    </p:extLst>
  </p:cSld>
  <p:clrMapOvr>
    <a:masterClrMapping/>
  </p:clrMapOvr>
  <p:transition>
    <p:cover dir="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2066370"/>
      </p:ext>
    </p:extLst>
  </p:cSld>
  <p:clrMapOvr>
    <a:masterClrMapping/>
  </p:clrMapOvr>
  <p:transition>
    <p:cover dir="rd"/>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89FE24E3-4728-4511-90A9-B0D856FBC25E}"/>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6444EC99-24F1-4257-BF87-DFEA8507DA48}"/>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0011268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A4202592-6600-4D20-A471-5438FF6FCF0F}"/>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28FFF399-4C71-4956-B4C9-B33B508A642C}"/>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30946059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C3A839EA-BB95-4FD9-8CEB-17DFBB1AF5AA}"/>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0B2AF5E6-406B-4E2B-A35B-2DC219005FC4}"/>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9068032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D3BE8FBB-D8F9-485E-94B8-5110C6248660}"/>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93BBBBFB-EEF0-47B5-846F-D9720ACDE1A6}"/>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25448032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3C7D8690-C148-4F37-95F8-388C30DAB9EB}"/>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6E2E313D-884E-47AF-8467-FF12FCA6FF77}"/>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34160946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57200" y="274638"/>
            <a:ext cx="8229600" cy="1143000"/>
          </a:xfrm>
          <a:prstGeom prst="rect">
            <a:avLst/>
          </a:prstGeom>
        </p:spPr>
        <p:txBody>
          <a:bodyPr/>
          <a:lstStyle/>
          <a:p>
            <a:r>
              <a:rPr lang="en-US"/>
              <a:t>Click to edit Master title style</a:t>
            </a:r>
          </a:p>
        </p:txBody>
      </p:sp>
      <p:sp>
        <p:nvSpPr>
          <p:cNvPr id="8" name="Picture Placeholder 7"/>
          <p:cNvSpPr>
            <a:spLocks noGrp="1"/>
          </p:cNvSpPr>
          <p:nvPr>
            <p:ph type="pic" sz="quarter" idx="12"/>
          </p:nvPr>
        </p:nvSpPr>
        <p:spPr>
          <a:xfrm>
            <a:off x="5105400" y="6172200"/>
            <a:ext cx="40386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9" name="Picture Placeholder 7"/>
          <p:cNvSpPr>
            <a:spLocks noGrp="1"/>
          </p:cNvSpPr>
          <p:nvPr>
            <p:ph type="pic" sz="quarter" idx="13"/>
          </p:nvPr>
        </p:nvSpPr>
        <p:spPr>
          <a:xfrm>
            <a:off x="0" y="6172200"/>
            <a:ext cx="3810000" cy="685800"/>
          </a:xfrm>
          <a:prstGeom prst="rect">
            <a:avLst/>
          </a:prstGeom>
          <a:solidFill>
            <a:schemeClr val="bg1">
              <a:lumMod val="75000"/>
            </a:schemeClr>
          </a:solidFill>
        </p:spPr>
        <p:txBody>
          <a:bodyPr/>
          <a:lstStyle>
            <a:lvl1pPr>
              <a:defRPr/>
            </a:lvl1pPr>
          </a:lstStyle>
          <a:p>
            <a:pPr lvl="0"/>
            <a:r>
              <a:rPr lang="en-US" noProof="0"/>
              <a:t>Click icon to add picture</a:t>
            </a:r>
            <a:endParaRPr lang="en-US" noProof="0" dirty="0"/>
          </a:p>
        </p:txBody>
      </p:sp>
      <p:sp>
        <p:nvSpPr>
          <p:cNvPr id="7" name="Date Placeholder 6">
            <a:extLst>
              <a:ext uri="{FF2B5EF4-FFF2-40B4-BE49-F238E27FC236}">
                <a16:creationId xmlns:a16="http://schemas.microsoft.com/office/drawing/2014/main" id="{58465310-D043-4D4B-95FD-E0E21226D3B3}"/>
              </a:ext>
            </a:extLst>
          </p:cNvPr>
          <p:cNvSpPr>
            <a:spLocks noGrp="1" noChangeArrowheads="1"/>
          </p:cNvSpPr>
          <p:nvPr>
            <p:ph type="dt" sz="half" idx="14"/>
          </p:nvPr>
        </p:nvSpPr>
        <p:spPr>
          <a:xfrm>
            <a:off x="457200" y="6245225"/>
            <a:ext cx="2133600" cy="476250"/>
          </a:xfrm>
          <a:prstGeom prst="rect">
            <a:avLst/>
          </a:prstGeom>
        </p:spPr>
        <p:txBody>
          <a:bodyPr/>
          <a:lstStyle>
            <a:lvl1pPr>
              <a:defRPr>
                <a:latin typeface="Arial" charset="0"/>
              </a:defRPr>
            </a:lvl1pPr>
          </a:lstStyle>
          <a:p>
            <a:pPr>
              <a:defRPr/>
            </a:pPr>
            <a:endParaRPr lang="en-US"/>
          </a:p>
        </p:txBody>
      </p:sp>
      <p:sp>
        <p:nvSpPr>
          <p:cNvPr id="10" name="Footer Placeholder 9">
            <a:extLst>
              <a:ext uri="{FF2B5EF4-FFF2-40B4-BE49-F238E27FC236}">
                <a16:creationId xmlns:a16="http://schemas.microsoft.com/office/drawing/2014/main" id="{55736279-19E7-43CA-8E8E-6C275D5F5A1B}"/>
              </a:ext>
            </a:extLst>
          </p:cNvPr>
          <p:cNvSpPr>
            <a:spLocks noGrp="1" noChangeArrowheads="1"/>
          </p:cNvSpPr>
          <p:nvPr>
            <p:ph type="ftr" sz="quarter" idx="15"/>
          </p:nvPr>
        </p:nvSpPr>
        <p:spPr>
          <a:xfrm>
            <a:off x="3124200" y="6245225"/>
            <a:ext cx="2895600" cy="476250"/>
          </a:xfrm>
          <a:prstGeom prst="rect">
            <a:avLst/>
          </a:prstGeom>
        </p:spPr>
        <p:txBody>
          <a:bodyPr/>
          <a:lstStyle>
            <a:lvl1pPr>
              <a:defRPr>
                <a:latin typeface="Arial" charset="0"/>
              </a:defRPr>
            </a:lvl1pPr>
          </a:lstStyle>
          <a:p>
            <a:pPr>
              <a:defRPr/>
            </a:pPr>
            <a:endParaRPr lang="en-US"/>
          </a:p>
        </p:txBody>
      </p:sp>
    </p:spTree>
    <p:extLst>
      <p:ext uri="{BB962C8B-B14F-4D97-AF65-F5344CB8AC3E}">
        <p14:creationId xmlns:p14="http://schemas.microsoft.com/office/powerpoint/2010/main" val="1806120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image" Target="../media/image1.jpeg"/><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3" descr="D:\Tamnd\DeTai_Tamnd\Add\NEN.jpg">
            <a:extLst>
              <a:ext uri="{FF2B5EF4-FFF2-40B4-BE49-F238E27FC236}">
                <a16:creationId xmlns:a16="http://schemas.microsoft.com/office/drawing/2014/main" id="{66431C40-C9AD-4CBB-8D1A-204F333989BE}"/>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9525" y="0"/>
            <a:ext cx="9153525" cy="687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3" r:id="rId1"/>
    <p:sldLayoutId id="2147483964" r:id="rId2"/>
    <p:sldLayoutId id="2147483965" r:id="rId3"/>
    <p:sldLayoutId id="2147483966" r:id="rId4"/>
    <p:sldLayoutId id="2147483967" r:id="rId5"/>
    <p:sldLayoutId id="2147483968" r:id="rId6"/>
    <p:sldLayoutId id="2147483969" r:id="rId7"/>
    <p:sldLayoutId id="2147483970" r:id="rId8"/>
    <p:sldLayoutId id="2147483971" r:id="rId9"/>
    <p:sldLayoutId id="2147483972" r:id="rId10"/>
    <p:sldLayoutId id="2147483973" r:id="rId11"/>
    <p:sldLayoutId id="2147483985" r:id="rId12"/>
    <p:sldLayoutId id="2147483986" r:id="rId13"/>
    <p:sldLayoutId id="2147483987" r:id="rId14"/>
    <p:sldLayoutId id="2147483988" r:id="rId15"/>
    <p:sldLayoutId id="2147483989" r:id="rId16"/>
    <p:sldLayoutId id="2147483990" r:id="rId17"/>
  </p:sldLayoutIdLst>
  <p:transition>
    <p:cover dir="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pitchFamily="18" charset="0"/>
        </a:defRPr>
      </a:lvl2pPr>
      <a:lvl3pPr algn="ctr" rtl="0" eaLnBrk="0" fontAlgn="base" hangingPunct="0">
        <a:spcBef>
          <a:spcPct val="0"/>
        </a:spcBef>
        <a:spcAft>
          <a:spcPct val="0"/>
        </a:spcAft>
        <a:defRPr sz="4400">
          <a:solidFill>
            <a:schemeClr val="tx2"/>
          </a:solidFill>
          <a:latin typeface="Times" pitchFamily="18" charset="0"/>
        </a:defRPr>
      </a:lvl3pPr>
      <a:lvl4pPr algn="ctr" rtl="0" eaLnBrk="0" fontAlgn="base" hangingPunct="0">
        <a:spcBef>
          <a:spcPct val="0"/>
        </a:spcBef>
        <a:spcAft>
          <a:spcPct val="0"/>
        </a:spcAft>
        <a:defRPr sz="4400">
          <a:solidFill>
            <a:schemeClr val="tx2"/>
          </a:solidFill>
          <a:latin typeface="Times" pitchFamily="18" charset="0"/>
        </a:defRPr>
      </a:lvl4pPr>
      <a:lvl5pPr algn="ctr" rtl="0" eaLnBrk="0" fontAlgn="base" hangingPunct="0">
        <a:spcBef>
          <a:spcPct val="0"/>
        </a:spcBef>
        <a:spcAft>
          <a:spcPct val="0"/>
        </a:spcAft>
        <a:defRPr sz="4400">
          <a:solidFill>
            <a:schemeClr val="tx2"/>
          </a:solidFill>
          <a:latin typeface="Times" pitchFamily="18" charset="0"/>
        </a:defRPr>
      </a:lvl5pPr>
      <a:lvl6pPr marL="457200" algn="ctr" rtl="0" eaLnBrk="0" fontAlgn="base" hangingPunct="0">
        <a:spcBef>
          <a:spcPct val="0"/>
        </a:spcBef>
        <a:spcAft>
          <a:spcPct val="0"/>
        </a:spcAft>
        <a:defRPr sz="4400">
          <a:solidFill>
            <a:schemeClr val="tx2"/>
          </a:solidFill>
          <a:latin typeface="Times" pitchFamily="18" charset="0"/>
        </a:defRPr>
      </a:lvl6pPr>
      <a:lvl7pPr marL="914400" algn="ctr" rtl="0" eaLnBrk="0" fontAlgn="base" hangingPunct="0">
        <a:spcBef>
          <a:spcPct val="0"/>
        </a:spcBef>
        <a:spcAft>
          <a:spcPct val="0"/>
        </a:spcAft>
        <a:defRPr sz="4400">
          <a:solidFill>
            <a:schemeClr val="tx2"/>
          </a:solidFill>
          <a:latin typeface="Times" pitchFamily="18" charset="0"/>
        </a:defRPr>
      </a:lvl7pPr>
      <a:lvl8pPr marL="1371600" algn="ctr" rtl="0" eaLnBrk="0" fontAlgn="base" hangingPunct="0">
        <a:spcBef>
          <a:spcPct val="0"/>
        </a:spcBef>
        <a:spcAft>
          <a:spcPct val="0"/>
        </a:spcAft>
        <a:defRPr sz="4400">
          <a:solidFill>
            <a:schemeClr val="tx2"/>
          </a:solidFill>
          <a:latin typeface="Times" pitchFamily="18" charset="0"/>
        </a:defRPr>
      </a:lvl8pPr>
      <a:lvl9pPr marL="1828800" algn="ctr" rtl="0" eaLnBrk="0" fontAlgn="base" hangingPunct="0">
        <a:spcBef>
          <a:spcPct val="0"/>
        </a:spcBef>
        <a:spcAft>
          <a:spcPct val="0"/>
        </a:spcAft>
        <a:defRPr sz="4400">
          <a:solidFill>
            <a:schemeClr val="tx2"/>
          </a:solidFill>
          <a:latin typeface="Times"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3" descr="D:\Tamnd\DeTai_Tamnd\Add\NEN.jpg">
            <a:extLst>
              <a:ext uri="{FF2B5EF4-FFF2-40B4-BE49-F238E27FC236}">
                <a16:creationId xmlns:a16="http://schemas.microsoft.com/office/drawing/2014/main" id="{59F44ABE-6D79-4CE2-9E36-F654F2C0394A}"/>
              </a:ext>
            </a:extLst>
          </p:cNvPr>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9525" y="0"/>
            <a:ext cx="9153525" cy="687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74" r:id="rId1"/>
    <p:sldLayoutId id="2147483975" r:id="rId2"/>
    <p:sldLayoutId id="2147483976" r:id="rId3"/>
    <p:sldLayoutId id="2147483977" r:id="rId4"/>
    <p:sldLayoutId id="2147483978" r:id="rId5"/>
    <p:sldLayoutId id="2147483979" r:id="rId6"/>
    <p:sldLayoutId id="2147483980" r:id="rId7"/>
    <p:sldLayoutId id="2147483981" r:id="rId8"/>
    <p:sldLayoutId id="2147483982" r:id="rId9"/>
    <p:sldLayoutId id="2147483983" r:id="rId10"/>
    <p:sldLayoutId id="2147483984" r:id="rId11"/>
    <p:sldLayoutId id="2147483991" r:id="rId12"/>
    <p:sldLayoutId id="2147483992" r:id="rId13"/>
    <p:sldLayoutId id="2147483993" r:id="rId14"/>
    <p:sldLayoutId id="2147483994" r:id="rId15"/>
    <p:sldLayoutId id="2147483995" r:id="rId16"/>
    <p:sldLayoutId id="2147483996" r:id="rId17"/>
  </p:sldLayoutIdLst>
  <p:transition>
    <p:cover dir="rd"/>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pitchFamily="18" charset="0"/>
        </a:defRPr>
      </a:lvl2pPr>
      <a:lvl3pPr algn="ctr" rtl="0" eaLnBrk="0" fontAlgn="base" hangingPunct="0">
        <a:spcBef>
          <a:spcPct val="0"/>
        </a:spcBef>
        <a:spcAft>
          <a:spcPct val="0"/>
        </a:spcAft>
        <a:defRPr sz="4400">
          <a:solidFill>
            <a:schemeClr val="tx2"/>
          </a:solidFill>
          <a:latin typeface="Times" pitchFamily="18" charset="0"/>
        </a:defRPr>
      </a:lvl3pPr>
      <a:lvl4pPr algn="ctr" rtl="0" eaLnBrk="0" fontAlgn="base" hangingPunct="0">
        <a:spcBef>
          <a:spcPct val="0"/>
        </a:spcBef>
        <a:spcAft>
          <a:spcPct val="0"/>
        </a:spcAft>
        <a:defRPr sz="4400">
          <a:solidFill>
            <a:schemeClr val="tx2"/>
          </a:solidFill>
          <a:latin typeface="Times" pitchFamily="18" charset="0"/>
        </a:defRPr>
      </a:lvl4pPr>
      <a:lvl5pPr algn="ctr" rtl="0" eaLnBrk="0" fontAlgn="base" hangingPunct="0">
        <a:spcBef>
          <a:spcPct val="0"/>
        </a:spcBef>
        <a:spcAft>
          <a:spcPct val="0"/>
        </a:spcAft>
        <a:defRPr sz="4400">
          <a:solidFill>
            <a:schemeClr val="tx2"/>
          </a:solidFill>
          <a:latin typeface="Times" pitchFamily="18" charset="0"/>
        </a:defRPr>
      </a:lvl5pPr>
      <a:lvl6pPr marL="457200" algn="ctr" rtl="0" eaLnBrk="0" fontAlgn="base" hangingPunct="0">
        <a:spcBef>
          <a:spcPct val="0"/>
        </a:spcBef>
        <a:spcAft>
          <a:spcPct val="0"/>
        </a:spcAft>
        <a:defRPr sz="4400">
          <a:solidFill>
            <a:schemeClr val="tx2"/>
          </a:solidFill>
          <a:latin typeface="Times" pitchFamily="18" charset="0"/>
        </a:defRPr>
      </a:lvl6pPr>
      <a:lvl7pPr marL="914400" algn="ctr" rtl="0" eaLnBrk="0" fontAlgn="base" hangingPunct="0">
        <a:spcBef>
          <a:spcPct val="0"/>
        </a:spcBef>
        <a:spcAft>
          <a:spcPct val="0"/>
        </a:spcAft>
        <a:defRPr sz="4400">
          <a:solidFill>
            <a:schemeClr val="tx2"/>
          </a:solidFill>
          <a:latin typeface="Times" pitchFamily="18" charset="0"/>
        </a:defRPr>
      </a:lvl7pPr>
      <a:lvl8pPr marL="1371600" algn="ctr" rtl="0" eaLnBrk="0" fontAlgn="base" hangingPunct="0">
        <a:spcBef>
          <a:spcPct val="0"/>
        </a:spcBef>
        <a:spcAft>
          <a:spcPct val="0"/>
        </a:spcAft>
        <a:defRPr sz="4400">
          <a:solidFill>
            <a:schemeClr val="tx2"/>
          </a:solidFill>
          <a:latin typeface="Times" pitchFamily="18" charset="0"/>
        </a:defRPr>
      </a:lvl8pPr>
      <a:lvl9pPr marL="1828800" algn="ctr" rtl="0" eaLnBrk="0" fontAlgn="base" hangingPunct="0">
        <a:spcBef>
          <a:spcPct val="0"/>
        </a:spcBef>
        <a:spcAft>
          <a:spcPct val="0"/>
        </a:spcAft>
        <a:defRPr sz="4400">
          <a:solidFill>
            <a:schemeClr val="tx2"/>
          </a:solidFill>
          <a:latin typeface="Times"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2C97DB8-78F5-499E-8A55-49FDDD19D67F}"/>
              </a:ext>
            </a:extLst>
          </p:cNvPr>
          <p:cNvSpPr>
            <a:spLocks noGrp="1" noChangeArrowheads="1"/>
          </p:cNvSpPr>
          <p:nvPr>
            <p:ph type="ctr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r>
              <a:rPr lang="en-US" altLang="en-US"/>
              <a:t>Bài tập thiết kế mạng LAN</a:t>
            </a:r>
          </a:p>
        </p:txBody>
      </p:sp>
      <p:sp>
        <p:nvSpPr>
          <p:cNvPr id="15363" name="Rectangle 4">
            <a:extLst>
              <a:ext uri="{FF2B5EF4-FFF2-40B4-BE49-F238E27FC236}">
                <a16:creationId xmlns:a16="http://schemas.microsoft.com/office/drawing/2014/main" id="{5A31E72E-5B39-48A4-B22F-3177DA358774}"/>
              </a:ext>
            </a:extLst>
          </p:cNvPr>
          <p:cNvSpPr>
            <a:spLocks noGrp="1" noChangeArrowheads="1"/>
          </p:cNvSpPr>
          <p:nvPr>
            <p:ph type="subTitle"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eaLnBrk="1" hangingPunct="1"/>
            <a:endParaRPr lang="vi-VN" altLang="en-US"/>
          </a:p>
        </p:txBody>
      </p:sp>
      <p:sp>
        <p:nvSpPr>
          <p:cNvPr id="15364" name="Rectangle 7">
            <a:extLst>
              <a:ext uri="{FF2B5EF4-FFF2-40B4-BE49-F238E27FC236}">
                <a16:creationId xmlns:a16="http://schemas.microsoft.com/office/drawing/2014/main" id="{E28F4D67-0B64-4EC2-A4B2-0DED0830D17A}"/>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3698624A-C9DE-4D0F-A599-36BF62571C5B}" type="slidenum">
              <a:rPr lang="en-US" altLang="en-US"/>
              <a:pPr eaLnBrk="1" hangingPunct="1"/>
              <a:t>1</a:t>
            </a:fld>
            <a:endParaRPr lang="en-US" altLang="en-US"/>
          </a:p>
        </p:txBody>
      </p:sp>
    </p:spTree>
  </p:cSld>
  <p:clrMapOvr>
    <a:masterClrMapping/>
  </p:clrMapOvr>
  <p:transition>
    <p:cover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5355A5DF-8E4C-4CB2-88CE-DB9955F01CD0}"/>
              </a:ext>
            </a:extLst>
          </p:cNvPr>
          <p:cNvSpPr>
            <a:spLocks noGrp="1" noChangeArrowheads="1"/>
          </p:cNvSpPr>
          <p:nvPr>
            <p:ph type="ctrTitle"/>
          </p:nvPr>
        </p:nvSpPr>
        <p:spPr bwMode="auto">
          <a:xfrm>
            <a:off x="762000" y="3810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Các bước thiết kế mạng:</a:t>
            </a:r>
          </a:p>
        </p:txBody>
      </p:sp>
      <p:sp>
        <p:nvSpPr>
          <p:cNvPr id="16387" name="Rectangle 4">
            <a:extLst>
              <a:ext uri="{FF2B5EF4-FFF2-40B4-BE49-F238E27FC236}">
                <a16:creationId xmlns:a16="http://schemas.microsoft.com/office/drawing/2014/main" id="{C23325C2-37E6-46EF-A52E-E6E39FB42C1A}"/>
              </a:ext>
            </a:extLst>
          </p:cNvPr>
          <p:cNvSpPr>
            <a:spLocks noGrp="1" noChangeArrowheads="1"/>
          </p:cNvSpPr>
          <p:nvPr>
            <p:ph type="subTitle" idx="1"/>
          </p:nvPr>
        </p:nvSpPr>
        <p:spPr bwMode="auto">
          <a:xfrm>
            <a:off x="457200" y="1447800"/>
            <a:ext cx="8305800" cy="426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Times" panose="02020603050405020304" pitchFamily="18" charset="0"/>
              <a:buAutoNum type="arabicPeriod"/>
            </a:pPr>
            <a:r>
              <a:rPr lang="en-US" altLang="en-US"/>
              <a:t>Khảo sát thực địa</a:t>
            </a:r>
          </a:p>
          <a:p>
            <a:pPr marL="514350" indent="-514350" algn="l" eaLnBrk="1" hangingPunct="1">
              <a:buClr>
                <a:schemeClr val="bg1"/>
              </a:buClr>
              <a:buFont typeface="Times" panose="02020603050405020304" pitchFamily="18" charset="0"/>
              <a:buAutoNum type="arabicPeriod"/>
            </a:pPr>
            <a:r>
              <a:rPr lang="en-US" altLang="en-US"/>
              <a:t>Lựa chọn Topo mạng và chuẩn kết nối</a:t>
            </a:r>
          </a:p>
          <a:p>
            <a:pPr marL="514350" indent="-514350" algn="l" eaLnBrk="1" hangingPunct="1">
              <a:buClr>
                <a:schemeClr val="bg1"/>
              </a:buClr>
              <a:buFont typeface="Times" panose="02020603050405020304" pitchFamily="18" charset="0"/>
              <a:buAutoNum type="arabicPeriod"/>
            </a:pPr>
            <a:r>
              <a:rPr lang="en-US" altLang="en-US"/>
              <a:t>Chọn vị trí đặt phòng kỹ thuật , và giải pháp thi công</a:t>
            </a:r>
          </a:p>
          <a:p>
            <a:pPr marL="514350" indent="-514350" algn="l" eaLnBrk="1" hangingPunct="1">
              <a:buClr>
                <a:schemeClr val="bg1"/>
              </a:buClr>
              <a:buFont typeface="Times" panose="02020603050405020304" pitchFamily="18" charset="0"/>
              <a:buAutoNum type="arabicPeriod"/>
            </a:pPr>
            <a:r>
              <a:rPr lang="en-US" altLang="en-US"/>
              <a:t>Vẽ sơ đồ logic lắp đặt</a:t>
            </a:r>
          </a:p>
          <a:p>
            <a:pPr marL="514350" indent="-514350" algn="l" eaLnBrk="1" hangingPunct="1">
              <a:buClr>
                <a:schemeClr val="bg1"/>
              </a:buClr>
              <a:buFont typeface="Times" panose="02020603050405020304" pitchFamily="18" charset="0"/>
              <a:buAutoNum type="arabicPeriod"/>
            </a:pPr>
            <a:r>
              <a:rPr lang="en-US" altLang="en-US"/>
              <a:t>Tính toán thiết bị</a:t>
            </a:r>
          </a:p>
          <a:p>
            <a:pPr marL="514350" indent="-514350" algn="l" eaLnBrk="1" hangingPunct="1">
              <a:buClr>
                <a:schemeClr val="bg1"/>
              </a:buClr>
              <a:buFont typeface="Times" panose="02020603050405020304" pitchFamily="18" charset="0"/>
              <a:buAutoNum type="arabicPeriod"/>
            </a:pPr>
            <a:r>
              <a:rPr lang="en-US" altLang="en-US"/>
              <a:t>Đánh giá và kết luận</a:t>
            </a:r>
          </a:p>
          <a:p>
            <a:pPr marL="514350" indent="-514350" algn="l" eaLnBrk="1" hangingPunct="1">
              <a:buClr>
                <a:schemeClr val="bg1"/>
              </a:buClr>
              <a:buFont typeface="Times" panose="02020603050405020304" pitchFamily="18" charset="0"/>
              <a:buAutoNum type="arabicPeriod"/>
            </a:pPr>
            <a:endParaRPr lang="en-US" altLang="en-US"/>
          </a:p>
        </p:txBody>
      </p:sp>
      <p:sp>
        <p:nvSpPr>
          <p:cNvPr id="16388" name="Rectangle 7">
            <a:extLst>
              <a:ext uri="{FF2B5EF4-FFF2-40B4-BE49-F238E27FC236}">
                <a16:creationId xmlns:a16="http://schemas.microsoft.com/office/drawing/2014/main" id="{A334A8D3-D9AE-45EF-A01C-763707CA32A8}"/>
              </a:ext>
            </a:extLst>
          </p:cNvPr>
          <p:cNvSpPr>
            <a:spLocks noGrp="1" noChangeArrowheads="1"/>
          </p:cNvSpPr>
          <p:nvPr>
            <p:ph type="sldNum" sz="quarter" idx="4294967295"/>
          </p:nvPr>
        </p:nvSpPr>
        <p:spPr bwMode="auto">
          <a:xfrm>
            <a:off x="8229600" y="6248400"/>
            <a:ext cx="9144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BAC4E3EF-40F7-4E92-9CBE-988C5D4F8FE7}" type="slidenum">
              <a:rPr lang="en-US" altLang="en-US"/>
              <a:pPr eaLnBrk="1" hangingPunct="1"/>
              <a:t>2</a:t>
            </a:fld>
            <a:endParaRPr lang="en-US" altLang="en-US"/>
          </a:p>
        </p:txBody>
      </p:sp>
    </p:spTree>
  </p:cSld>
  <p:clrMapOvr>
    <a:masterClrMapping/>
  </p:clrMapOvr>
  <p:transition>
    <p:cover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6245C040-0840-4C9D-BA61-8635FA83AA16}"/>
              </a:ext>
            </a:extLst>
          </p:cNvPr>
          <p:cNvSpPr>
            <a:spLocks noGrp="1" noChangeArrowheads="1"/>
          </p:cNvSpPr>
          <p:nvPr>
            <p:ph type="ctrTitle"/>
          </p:nvPr>
        </p:nvSpPr>
        <p:spPr bwMode="auto">
          <a:xfrm>
            <a:off x="762000" y="381000"/>
            <a:ext cx="77724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1. Khảo sát thực địa</a:t>
            </a:r>
          </a:p>
        </p:txBody>
      </p:sp>
      <p:sp>
        <p:nvSpPr>
          <p:cNvPr id="17411" name="Rectangle 4">
            <a:extLst>
              <a:ext uri="{FF2B5EF4-FFF2-40B4-BE49-F238E27FC236}">
                <a16:creationId xmlns:a16="http://schemas.microsoft.com/office/drawing/2014/main" id="{1E0ED166-F00B-43E7-9D0C-01419E8F9B34}"/>
              </a:ext>
            </a:extLst>
          </p:cNvPr>
          <p:cNvSpPr>
            <a:spLocks noGrp="1" noChangeArrowheads="1"/>
          </p:cNvSpPr>
          <p:nvPr>
            <p:ph type="subTitle" idx="1"/>
          </p:nvPr>
        </p:nvSpPr>
        <p:spPr bwMode="auto">
          <a:xfrm>
            <a:off x="457200" y="1371600"/>
            <a:ext cx="8305800" cy="50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sz="2800"/>
              <a:t>Khảo sát địa hình lắp đặt</a:t>
            </a:r>
          </a:p>
          <a:p>
            <a:pPr marL="514350" indent="-514350" algn="l" eaLnBrk="1" hangingPunct="1">
              <a:buClr>
                <a:schemeClr val="bg1"/>
              </a:buClr>
              <a:buFont typeface="Wingdings" panose="05000000000000000000" pitchFamily="2" charset="2"/>
              <a:buChar char="Ø"/>
            </a:pPr>
            <a:r>
              <a:rPr lang="en-US" altLang="en-US" sz="2800"/>
              <a:t>Vẽ sơ đồ mặt bằng lắp đặt</a:t>
            </a:r>
          </a:p>
          <a:p>
            <a:pPr marL="971550" lvl="1" indent="-514350" algn="l" eaLnBrk="1" hangingPunct="1">
              <a:buClr>
                <a:schemeClr val="bg1"/>
              </a:buClr>
              <a:buFont typeface="Wingdings" panose="05000000000000000000" pitchFamily="2" charset="2"/>
              <a:buChar char="Ø"/>
            </a:pPr>
            <a:r>
              <a:rPr lang="en-US" altLang="en-US" sz="2400"/>
              <a:t>Khảo sát Phân chia các phòng lắp đặt máy tính</a:t>
            </a:r>
          </a:p>
          <a:p>
            <a:pPr marL="971550" lvl="1" indent="-514350" algn="l" eaLnBrk="1" hangingPunct="1">
              <a:buClr>
                <a:schemeClr val="bg1"/>
              </a:buClr>
              <a:buFont typeface="Wingdings" panose="05000000000000000000" pitchFamily="2" charset="2"/>
              <a:buChar char="Ø"/>
            </a:pPr>
            <a:r>
              <a:rPr lang="en-US" altLang="en-US" sz="2400"/>
              <a:t>Khảo sát Phương án kết nối, đi dây trong hệ thống</a:t>
            </a:r>
          </a:p>
          <a:p>
            <a:pPr marL="514350" indent="-514350" algn="l" eaLnBrk="1" hangingPunct="1">
              <a:buClr>
                <a:schemeClr val="bg1"/>
              </a:buClr>
              <a:buFont typeface="Wingdings" panose="05000000000000000000" pitchFamily="2" charset="2"/>
              <a:buChar char="Ø"/>
            </a:pPr>
            <a:r>
              <a:rPr lang="en-US" altLang="en-US" sz="2800"/>
              <a:t>Đánh giá một số vị trí cần phải xử lý khi thi công, để ghi chú khi thi công phù hợp với địa hình</a:t>
            </a:r>
          </a:p>
          <a:p>
            <a:pPr marL="514350" indent="-514350" algn="l" eaLnBrk="1" hangingPunct="1">
              <a:buClr>
                <a:schemeClr val="bg1"/>
              </a:buClr>
              <a:buFont typeface="Wingdings" panose="05000000000000000000" pitchFamily="2" charset="2"/>
              <a:buChar char="Ø"/>
            </a:pPr>
            <a:r>
              <a:rPr lang="en-US" altLang="en-US" sz="2800"/>
              <a:t>Đánh dấu các node sẽ lắp đặt mạng trong bản vẽ mặt bằng</a:t>
            </a:r>
          </a:p>
        </p:txBody>
      </p:sp>
      <p:sp>
        <p:nvSpPr>
          <p:cNvPr id="17412" name="Rectangle 7">
            <a:extLst>
              <a:ext uri="{FF2B5EF4-FFF2-40B4-BE49-F238E27FC236}">
                <a16:creationId xmlns:a16="http://schemas.microsoft.com/office/drawing/2014/main" id="{61E15051-9A78-4B93-8E07-DA7CBB7A0F45}"/>
              </a:ext>
            </a:extLst>
          </p:cNvPr>
          <p:cNvSpPr>
            <a:spLocks noGrp="1" noChangeArrowheads="1"/>
          </p:cNvSpPr>
          <p:nvPr>
            <p:ph type="sldNum" sz="quarter" idx="4294967295"/>
          </p:nvPr>
        </p:nvSpPr>
        <p:spPr bwMode="auto">
          <a:xfrm>
            <a:off x="8153400" y="6324600"/>
            <a:ext cx="990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1B2BD769-D067-45B1-B43E-8A4A49AFB917}" type="slidenum">
              <a:rPr lang="en-US" altLang="en-US"/>
              <a:pPr eaLnBrk="1" hangingPunct="1"/>
              <a:t>3</a:t>
            </a:fld>
            <a:endParaRPr lang="en-US" altLang="en-US"/>
          </a:p>
        </p:txBody>
      </p:sp>
    </p:spTree>
  </p:cSld>
  <p:clrMapOvr>
    <a:masterClrMapping/>
  </p:clrMapOvr>
  <p:transition>
    <p:cover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E889770-D3D6-4927-8458-C9FC30D36BA1}"/>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2. Lựa chọn Topo mạng, chuẩn kết nối</a:t>
            </a:r>
          </a:p>
        </p:txBody>
      </p:sp>
      <p:sp>
        <p:nvSpPr>
          <p:cNvPr id="18435" name="Rectangle 4">
            <a:extLst>
              <a:ext uri="{FF2B5EF4-FFF2-40B4-BE49-F238E27FC236}">
                <a16:creationId xmlns:a16="http://schemas.microsoft.com/office/drawing/2014/main" id="{1505852C-B771-467F-A480-9C455D1512F4}"/>
              </a:ext>
            </a:extLst>
          </p:cNvPr>
          <p:cNvSpPr>
            <a:spLocks noGrp="1" noChangeArrowheads="1"/>
          </p:cNvSpPr>
          <p:nvPr>
            <p:ph type="subTitle" idx="1"/>
          </p:nvPr>
        </p:nvSpPr>
        <p:spPr bwMode="auto">
          <a:xfrm>
            <a:off x="457200" y="1981200"/>
            <a:ext cx="8305800" cy="4572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a:t>Từ việc khảo sát mặt bằng thi công lựa chọn Topo mạng sẽ được thi công:</a:t>
            </a:r>
          </a:p>
          <a:p>
            <a:pPr marL="971550" lvl="1" indent="-514350" algn="l" eaLnBrk="1" hangingPunct="1">
              <a:buClr>
                <a:schemeClr val="bg1"/>
              </a:buClr>
              <a:buFont typeface="Wingdings" panose="05000000000000000000" pitchFamily="2" charset="2"/>
              <a:buChar char="Ø"/>
            </a:pPr>
            <a:r>
              <a:rPr lang="en-US" altLang="en-US" sz="2400"/>
              <a:t>Topo Star – Bus (Nếu với quy mô nhỏ)</a:t>
            </a:r>
          </a:p>
          <a:p>
            <a:pPr marL="971550" lvl="1" indent="-514350" algn="l" eaLnBrk="1" hangingPunct="1">
              <a:buClr>
                <a:schemeClr val="bg1"/>
              </a:buClr>
              <a:buFont typeface="Wingdings" panose="05000000000000000000" pitchFamily="2" charset="2"/>
              <a:buChar char="Ø"/>
            </a:pPr>
            <a:r>
              <a:rPr lang="en-US" altLang="en-US" sz="2400"/>
              <a:t>Topo Star mở rộng (Tree) (Nếu với quy mô vừa và lớn)</a:t>
            </a:r>
          </a:p>
          <a:p>
            <a:pPr marL="971550" lvl="1" indent="-514350" algn="l" eaLnBrk="1" hangingPunct="1">
              <a:buClr>
                <a:schemeClr val="bg1"/>
              </a:buClr>
              <a:buFont typeface="Wingdings" panose="05000000000000000000" pitchFamily="2" charset="2"/>
              <a:buChar char="Ø"/>
            </a:pPr>
            <a:r>
              <a:rPr lang="en-US" altLang="en-US" sz="2400"/>
              <a:t>………</a:t>
            </a:r>
          </a:p>
          <a:p>
            <a:pPr marL="514350" indent="-514350" algn="l" eaLnBrk="1" hangingPunct="1">
              <a:buClr>
                <a:schemeClr val="bg1"/>
              </a:buClr>
              <a:buFont typeface="Wingdings" panose="05000000000000000000" pitchFamily="2" charset="2"/>
              <a:buChar char="Ø"/>
            </a:pPr>
            <a:r>
              <a:rPr lang="en-US" altLang="en-US"/>
              <a:t>Chọn chuẩn kết nối phù hợp với Topo tương ứng:</a:t>
            </a:r>
          </a:p>
          <a:p>
            <a:pPr marL="971550" lvl="1" indent="-514350" algn="l" eaLnBrk="1" hangingPunct="1">
              <a:buClr>
                <a:schemeClr val="bg1"/>
              </a:buClr>
              <a:buFont typeface="Wingdings" panose="05000000000000000000" pitchFamily="2" charset="2"/>
              <a:buChar char="Ø"/>
            </a:pPr>
            <a:r>
              <a:rPr lang="en-US" altLang="en-US"/>
              <a:t>10 Base 2; 10 Base T, 10 Base 5</a:t>
            </a:r>
          </a:p>
        </p:txBody>
      </p:sp>
      <p:sp>
        <p:nvSpPr>
          <p:cNvPr id="18436" name="Rectangle 7">
            <a:extLst>
              <a:ext uri="{FF2B5EF4-FFF2-40B4-BE49-F238E27FC236}">
                <a16:creationId xmlns:a16="http://schemas.microsoft.com/office/drawing/2014/main" id="{F333AFEC-A927-48C6-9E22-7A8D3645A848}"/>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B39E5CE6-6DE0-4CED-A48F-3E1605A9B23F}" type="slidenum">
              <a:rPr lang="en-US" altLang="en-US"/>
              <a:pPr eaLnBrk="1" hangingPunct="1"/>
              <a:t>4</a:t>
            </a:fld>
            <a:endParaRPr lang="en-US" altLang="en-US"/>
          </a:p>
        </p:txBody>
      </p:sp>
    </p:spTree>
  </p:cSld>
  <p:clrMapOvr>
    <a:masterClrMapping/>
  </p:clrMapOvr>
  <p:transition>
    <p:cover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17C6FD95-2957-45FB-9727-300B5E33041D}"/>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3. Chọn vị trí đặt phòng kỹ thuật, và giải pháp thi công</a:t>
            </a:r>
          </a:p>
        </p:txBody>
      </p:sp>
      <p:sp>
        <p:nvSpPr>
          <p:cNvPr id="19459" name="Rectangle 4">
            <a:extLst>
              <a:ext uri="{FF2B5EF4-FFF2-40B4-BE49-F238E27FC236}">
                <a16:creationId xmlns:a16="http://schemas.microsoft.com/office/drawing/2014/main" id="{9B55E47F-B4F7-49EB-BE16-156A379E011A}"/>
              </a:ext>
            </a:extLst>
          </p:cNvPr>
          <p:cNvSpPr>
            <a:spLocks noGrp="1" noChangeArrowheads="1"/>
          </p:cNvSpPr>
          <p:nvPr>
            <p:ph type="subTitle" idx="1"/>
          </p:nvPr>
        </p:nvSpPr>
        <p:spPr bwMode="auto">
          <a:xfrm>
            <a:off x="457200" y="1676400"/>
            <a:ext cx="83058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sz="2800"/>
              <a:t>Sau khi đã chọn được Topo mạng thì chúng ta sẽ chọn vị trí đặt phòng kỹ thuật</a:t>
            </a:r>
          </a:p>
          <a:p>
            <a:pPr marL="971550" lvl="1" indent="-514350" algn="l" eaLnBrk="1" hangingPunct="1">
              <a:buClr>
                <a:schemeClr val="bg1"/>
              </a:buClr>
              <a:buFont typeface="Wingdings" panose="05000000000000000000" pitchFamily="2" charset="2"/>
              <a:buChar char="Ø"/>
            </a:pPr>
            <a:r>
              <a:rPr lang="en-US" altLang="en-US" sz="2400"/>
              <a:t>Vị trí đặt phòng kỹ thuật phải thuận tiện cho việc lắp đặt và thi công mạng</a:t>
            </a:r>
          </a:p>
          <a:p>
            <a:pPr marL="971550" lvl="1" indent="-514350" algn="l" eaLnBrk="1" hangingPunct="1">
              <a:buClr>
                <a:schemeClr val="bg1"/>
              </a:buClr>
              <a:buFont typeface="Wingdings" panose="05000000000000000000" pitchFamily="2" charset="2"/>
              <a:buChar char="Ø"/>
            </a:pPr>
            <a:r>
              <a:rPr lang="en-US" altLang="en-US" sz="2400"/>
              <a:t>Phòng KT phải có vị trí khô ráo, không bị ẩm ướt, ngậm nước, …</a:t>
            </a:r>
          </a:p>
          <a:p>
            <a:pPr marL="971550" lvl="1" indent="-514350" algn="l" eaLnBrk="1" hangingPunct="1">
              <a:buClr>
                <a:schemeClr val="bg1"/>
              </a:buClr>
              <a:buFont typeface="Wingdings" panose="05000000000000000000" pitchFamily="2" charset="2"/>
              <a:buChar char="Ø"/>
            </a:pPr>
            <a:r>
              <a:rPr lang="en-US" altLang="en-US" sz="2400"/>
              <a:t>Phòng KT phải có vị trí sao cho khi đi dây thuận tiện và có khoảng cách giữa các thiết bị mạng và node mạng không quá khoảng cách cho phép của dây tín hiệu (Cable)</a:t>
            </a:r>
          </a:p>
          <a:p>
            <a:pPr marL="971550" lvl="1" indent="-514350" algn="l" eaLnBrk="1" hangingPunct="1">
              <a:buClr>
                <a:schemeClr val="bg1"/>
              </a:buClr>
              <a:buFont typeface="Wingdings" panose="05000000000000000000" pitchFamily="2" charset="2"/>
              <a:buChar char="Ø"/>
            </a:pPr>
            <a:r>
              <a:rPr lang="en-US" altLang="en-US" sz="2400"/>
              <a:t>Vị trí Phòng KT phải đảm bảo khi thi công phải xử lý ít nhất những điểm khó trong quá trình thi công</a:t>
            </a:r>
          </a:p>
        </p:txBody>
      </p:sp>
      <p:sp>
        <p:nvSpPr>
          <p:cNvPr id="19460" name="Rectangle 7">
            <a:extLst>
              <a:ext uri="{FF2B5EF4-FFF2-40B4-BE49-F238E27FC236}">
                <a16:creationId xmlns:a16="http://schemas.microsoft.com/office/drawing/2014/main" id="{F5503BD1-9B64-4299-94E5-44A394A4E06F}"/>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1091A882-C9F8-4834-876D-4D5203A3B4F4}" type="slidenum">
              <a:rPr lang="en-US" altLang="en-US"/>
              <a:pPr eaLnBrk="1" hangingPunct="1"/>
              <a:t>5</a:t>
            </a:fld>
            <a:endParaRPr lang="en-US" altLang="en-US"/>
          </a:p>
        </p:txBody>
      </p:sp>
    </p:spTree>
  </p:cSld>
  <p:clrMapOvr>
    <a:masterClrMapping/>
  </p:clrMapOvr>
  <p:transition>
    <p:cover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20A10CF-E047-476F-82A6-4952213FB25E}"/>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3. Chọn vị trí đặt phòng kỹ thuật, và giải pháp thi công (c)</a:t>
            </a:r>
          </a:p>
        </p:txBody>
      </p:sp>
      <p:sp>
        <p:nvSpPr>
          <p:cNvPr id="20483" name="Rectangle 4">
            <a:extLst>
              <a:ext uri="{FF2B5EF4-FFF2-40B4-BE49-F238E27FC236}">
                <a16:creationId xmlns:a16="http://schemas.microsoft.com/office/drawing/2014/main" id="{9CA349EF-9A96-47CF-9AA8-4EFE87A05111}"/>
              </a:ext>
            </a:extLst>
          </p:cNvPr>
          <p:cNvSpPr>
            <a:spLocks noGrp="1" noChangeArrowheads="1"/>
          </p:cNvSpPr>
          <p:nvPr>
            <p:ph type="subTitle" idx="1"/>
          </p:nvPr>
        </p:nvSpPr>
        <p:spPr bwMode="auto">
          <a:xfrm>
            <a:off x="457200" y="1676400"/>
            <a:ext cx="8305800" cy="4876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sz="2800"/>
              <a:t>Lựa chọn giải pháp thi công</a:t>
            </a:r>
          </a:p>
          <a:p>
            <a:pPr marL="971550" lvl="1" indent="-514350" algn="l" eaLnBrk="1" hangingPunct="1">
              <a:buClr>
                <a:schemeClr val="bg1"/>
              </a:buClr>
              <a:buFont typeface="Wingdings" panose="05000000000000000000" pitchFamily="2" charset="2"/>
              <a:buChar char="Ø"/>
            </a:pPr>
            <a:r>
              <a:rPr lang="en-US" altLang="en-US" sz="2400"/>
              <a:t>Sau khi khảo sát chúng ta sẽ chọn phương án thi công với Topo trên</a:t>
            </a:r>
          </a:p>
          <a:p>
            <a:pPr marL="971550" lvl="1" indent="-514350" algn="l" eaLnBrk="1" hangingPunct="1">
              <a:buClr>
                <a:schemeClr val="bg1"/>
              </a:buClr>
              <a:buFont typeface="Wingdings" panose="05000000000000000000" pitchFamily="2" charset="2"/>
              <a:buChar char="Ø"/>
            </a:pPr>
            <a:r>
              <a:rPr lang="en-US" altLang="en-US" sz="2400"/>
              <a:t>Chọn giao thức kết nối mạng cho phù hợp với Topo mạng tương ứng đã chọn</a:t>
            </a:r>
            <a:endParaRPr lang="en-US" altLang="en-US"/>
          </a:p>
          <a:p>
            <a:pPr marL="514350" indent="-514350" algn="l" eaLnBrk="1" hangingPunct="1">
              <a:buClr>
                <a:schemeClr val="bg1"/>
              </a:buClr>
              <a:buFont typeface="Wingdings" panose="05000000000000000000" pitchFamily="2" charset="2"/>
              <a:buChar char="Ø"/>
            </a:pPr>
            <a:r>
              <a:rPr lang="en-US" altLang="en-US" sz="2800"/>
              <a:t>Đưa ra phương án thi công với những vị trí cần xử lý đặc biệt</a:t>
            </a:r>
          </a:p>
          <a:p>
            <a:pPr marL="971550" lvl="1" indent="-514350" algn="l" eaLnBrk="1" hangingPunct="1">
              <a:buClr>
                <a:schemeClr val="bg1"/>
              </a:buClr>
              <a:buFont typeface="Wingdings" panose="05000000000000000000" pitchFamily="2" charset="2"/>
              <a:buChar char="Ø"/>
            </a:pPr>
            <a:r>
              <a:rPr lang="en-US" altLang="en-US" sz="2400"/>
              <a:t>Xử lý những điểm có khoảng cách ngoài tầm với của cable mạng</a:t>
            </a:r>
          </a:p>
          <a:p>
            <a:pPr marL="971550" lvl="1" indent="-514350" algn="l" eaLnBrk="1" hangingPunct="1">
              <a:buClr>
                <a:schemeClr val="bg1"/>
              </a:buClr>
              <a:buFont typeface="Wingdings" panose="05000000000000000000" pitchFamily="2" charset="2"/>
              <a:buChar char="Ø"/>
            </a:pPr>
            <a:r>
              <a:rPr lang="en-US" altLang="en-US" sz="2400"/>
              <a:t>Xử lý những điểm cần phải lắp đặt những thiết bị bổ trợ (AP, Router, Repeater, ….)</a:t>
            </a:r>
          </a:p>
        </p:txBody>
      </p:sp>
      <p:sp>
        <p:nvSpPr>
          <p:cNvPr id="20484" name="Rectangle 7">
            <a:extLst>
              <a:ext uri="{FF2B5EF4-FFF2-40B4-BE49-F238E27FC236}">
                <a16:creationId xmlns:a16="http://schemas.microsoft.com/office/drawing/2014/main" id="{FAB67390-0642-485D-9077-AC5F570EE41D}"/>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5D1728D5-07C7-42F3-8400-FC83ACE25DE2}" type="slidenum">
              <a:rPr lang="en-US" altLang="en-US"/>
              <a:pPr eaLnBrk="1" hangingPunct="1"/>
              <a:t>6</a:t>
            </a:fld>
            <a:endParaRPr lang="en-US" altLang="en-US"/>
          </a:p>
        </p:txBody>
      </p:sp>
    </p:spTree>
  </p:cSld>
  <p:clrMapOvr>
    <a:masterClrMapping/>
  </p:clrMapOvr>
  <p:transition>
    <p:cover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1294B5F-74A9-4A2C-8F57-F4E632D35FBB}"/>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4. Vẽ sơ đồ logic lắp đặt mạng</a:t>
            </a:r>
          </a:p>
        </p:txBody>
      </p:sp>
      <p:sp>
        <p:nvSpPr>
          <p:cNvPr id="21507" name="Rectangle 4">
            <a:extLst>
              <a:ext uri="{FF2B5EF4-FFF2-40B4-BE49-F238E27FC236}">
                <a16:creationId xmlns:a16="http://schemas.microsoft.com/office/drawing/2014/main" id="{5AF10A26-F7ED-430A-853E-55BBE8A3F9B5}"/>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a:t>Các căn cứ để vẽ</a:t>
            </a:r>
          </a:p>
          <a:p>
            <a:pPr marL="971550" lvl="1" indent="-514350" algn="l" eaLnBrk="1" hangingPunct="1">
              <a:buClr>
                <a:schemeClr val="bg1"/>
              </a:buClr>
              <a:buFont typeface="Wingdings" panose="05000000000000000000" pitchFamily="2" charset="2"/>
              <a:buChar char="Ø"/>
            </a:pPr>
            <a:r>
              <a:rPr lang="en-US" altLang="en-US" sz="2400"/>
              <a:t>Sau khi khảo sát mặt bằng đã đánh dấu các node mạng trên bản vẽ mặt bằng</a:t>
            </a:r>
          </a:p>
          <a:p>
            <a:pPr marL="971550" lvl="1" indent="-514350" algn="l" eaLnBrk="1" hangingPunct="1">
              <a:buClr>
                <a:schemeClr val="bg1"/>
              </a:buClr>
              <a:buFont typeface="Wingdings" panose="05000000000000000000" pitchFamily="2" charset="2"/>
              <a:buChar char="Ø"/>
            </a:pPr>
            <a:r>
              <a:rPr lang="en-US" altLang="en-US" sz="2400"/>
              <a:t>Sau khi chọn vị trí phòng KT và giải pháp thi công tối ưu</a:t>
            </a:r>
          </a:p>
          <a:p>
            <a:pPr marL="514350" indent="-514350" algn="l" eaLnBrk="1" hangingPunct="1">
              <a:buClr>
                <a:schemeClr val="bg1"/>
              </a:buClr>
              <a:buFont typeface="Wingdings" panose="05000000000000000000" pitchFamily="2" charset="2"/>
              <a:buChar char="Ø"/>
            </a:pPr>
            <a:r>
              <a:rPr lang="en-US" altLang="en-US"/>
              <a:t>Sử dụng công cụ (Microsoft Visio) để vẽ sơ đồ logic mạng</a:t>
            </a:r>
          </a:p>
          <a:p>
            <a:pPr marL="971550" lvl="1" indent="-514350" algn="l" eaLnBrk="1" hangingPunct="1">
              <a:buClr>
                <a:schemeClr val="bg1"/>
              </a:buClr>
              <a:buFont typeface="Wingdings" panose="05000000000000000000" pitchFamily="2" charset="2"/>
              <a:buChar char="Ø"/>
            </a:pPr>
            <a:r>
              <a:rPr lang="en-US" altLang="en-US" sz="2400"/>
              <a:t>Vẽ từng phòng hoặc từng khu vực nhỏ</a:t>
            </a:r>
          </a:p>
          <a:p>
            <a:pPr marL="971550" lvl="1" indent="-514350" algn="l" eaLnBrk="1" hangingPunct="1">
              <a:buClr>
                <a:schemeClr val="bg1"/>
              </a:buClr>
              <a:buFont typeface="Wingdings" panose="05000000000000000000" pitchFamily="2" charset="2"/>
              <a:buChar char="Ø"/>
            </a:pPr>
            <a:r>
              <a:rPr lang="en-US" altLang="en-US" sz="2400"/>
              <a:t>Vẽ sơ đồ kết nối các phòng (Logic mức tổng nhỏ)</a:t>
            </a:r>
          </a:p>
          <a:p>
            <a:pPr marL="971550" lvl="1" indent="-514350" algn="l" eaLnBrk="1" hangingPunct="1">
              <a:buClr>
                <a:schemeClr val="bg1"/>
              </a:buClr>
              <a:buFont typeface="Wingdings" panose="05000000000000000000" pitchFamily="2" charset="2"/>
              <a:buChar char="Ø"/>
            </a:pPr>
            <a:r>
              <a:rPr lang="en-US" altLang="en-US" sz="2400"/>
              <a:t>Vẽ sơ đồ kết nối tổng thể cho toàn hệ thống</a:t>
            </a:r>
          </a:p>
        </p:txBody>
      </p:sp>
      <p:sp>
        <p:nvSpPr>
          <p:cNvPr id="21508" name="Rectangle 7">
            <a:extLst>
              <a:ext uri="{FF2B5EF4-FFF2-40B4-BE49-F238E27FC236}">
                <a16:creationId xmlns:a16="http://schemas.microsoft.com/office/drawing/2014/main" id="{F500F682-1949-4BBE-99C8-D6EE33A3BD8D}"/>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C1B9FD09-22F1-46FF-A1B6-347FA4786136}" type="slidenum">
              <a:rPr lang="en-US" altLang="en-US"/>
              <a:pPr eaLnBrk="1" hangingPunct="1"/>
              <a:t>7</a:t>
            </a:fld>
            <a:endParaRPr lang="en-US" altLang="en-US"/>
          </a:p>
        </p:txBody>
      </p:sp>
    </p:spTree>
  </p:cSld>
  <p:clrMapOvr>
    <a:masterClrMapping/>
  </p:clrMapOvr>
  <p:transition>
    <p:cover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BAB01E6-ED3B-46B8-9884-0D6990D448A6}"/>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5. Tính toán thiết bị</a:t>
            </a:r>
          </a:p>
        </p:txBody>
      </p:sp>
      <p:sp>
        <p:nvSpPr>
          <p:cNvPr id="22531" name="Rectangle 4">
            <a:extLst>
              <a:ext uri="{FF2B5EF4-FFF2-40B4-BE49-F238E27FC236}">
                <a16:creationId xmlns:a16="http://schemas.microsoft.com/office/drawing/2014/main" id="{7647EFEB-3DDB-4C78-B071-4E2E595D57B3}"/>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a:t>Các căn cứ để vẽ</a:t>
            </a:r>
          </a:p>
          <a:p>
            <a:pPr marL="971550" lvl="1" indent="-514350" algn="l" eaLnBrk="1" hangingPunct="1">
              <a:buClr>
                <a:schemeClr val="bg1"/>
              </a:buClr>
              <a:buFont typeface="Wingdings" panose="05000000000000000000" pitchFamily="2" charset="2"/>
              <a:buChar char="Ø"/>
            </a:pPr>
            <a:r>
              <a:rPr lang="en-US" altLang="en-US" sz="2400"/>
              <a:t>Từ Topo mạng sẽ chọn được các thiết bị trung tâm (Switch L2, L3, Router, Modem)</a:t>
            </a:r>
          </a:p>
          <a:p>
            <a:pPr marL="971550" lvl="1" indent="-514350" algn="l" eaLnBrk="1" hangingPunct="1">
              <a:buClr>
                <a:schemeClr val="bg1"/>
              </a:buClr>
              <a:buFont typeface="Wingdings" panose="05000000000000000000" pitchFamily="2" charset="2"/>
              <a:buChar char="Ø"/>
            </a:pPr>
            <a:r>
              <a:rPr lang="en-US" altLang="en-US" sz="2400"/>
              <a:t>Từ những điểm phải xử lý vê khoảng cách thì cần đặt Repeater, AP, …</a:t>
            </a:r>
          </a:p>
          <a:p>
            <a:pPr marL="514350" indent="-514350" algn="l" eaLnBrk="1" hangingPunct="1">
              <a:buClr>
                <a:schemeClr val="bg1"/>
              </a:buClr>
              <a:buFont typeface="Wingdings" panose="05000000000000000000" pitchFamily="2" charset="2"/>
              <a:buChar char="Ø"/>
            </a:pPr>
            <a:r>
              <a:rPr lang="en-US" altLang="en-US"/>
              <a:t>Tính toán chi tiết</a:t>
            </a:r>
          </a:p>
          <a:p>
            <a:pPr marL="971550" lvl="1" indent="-514350" algn="l" eaLnBrk="1" hangingPunct="1">
              <a:buClr>
                <a:schemeClr val="bg1"/>
              </a:buClr>
              <a:buFont typeface="Wingdings" panose="05000000000000000000" pitchFamily="2" charset="2"/>
              <a:buChar char="Ø"/>
            </a:pPr>
            <a:r>
              <a:rPr lang="en-US" altLang="en-US" sz="2400"/>
              <a:t>Từ bản vẽ các phòng sẽ thực hiện việc tính toán thiết bị cho từng phòng, từng khu vực nhỏ (NIC, WallPlate, Gen, Cable mạng, RJ45, Module Jack, Dây điện, …)</a:t>
            </a:r>
          </a:p>
          <a:p>
            <a:pPr marL="971550" lvl="1" indent="-514350" algn="l" eaLnBrk="1" hangingPunct="1">
              <a:buClr>
                <a:schemeClr val="bg1"/>
              </a:buClr>
              <a:buFont typeface="Wingdings" panose="05000000000000000000" pitchFamily="2" charset="2"/>
              <a:buChar char="Ø"/>
            </a:pPr>
            <a:r>
              <a:rPr lang="en-US" altLang="en-US" sz="2400"/>
              <a:t>Tính toán những thiết bị sẽ thực hiện việc phân phối mạng cho toàn bộ các khu vực nhỏ và các điểm cần xử lý (Switch, Router, Repeater, …)</a:t>
            </a:r>
          </a:p>
        </p:txBody>
      </p:sp>
      <p:sp>
        <p:nvSpPr>
          <p:cNvPr id="22532" name="Rectangle 7">
            <a:extLst>
              <a:ext uri="{FF2B5EF4-FFF2-40B4-BE49-F238E27FC236}">
                <a16:creationId xmlns:a16="http://schemas.microsoft.com/office/drawing/2014/main" id="{3B7CAC3B-DC47-4D61-9F6A-B34E97E26F44}"/>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3E195C30-CC86-4012-A600-C82119B2B526}" type="slidenum">
              <a:rPr lang="en-US" altLang="en-US"/>
              <a:pPr eaLnBrk="1" hangingPunct="1"/>
              <a:t>8</a:t>
            </a:fld>
            <a:endParaRPr lang="en-US" altLang="en-US"/>
          </a:p>
        </p:txBody>
      </p:sp>
    </p:spTree>
  </p:cSld>
  <p:clrMapOvr>
    <a:masterClrMapping/>
  </p:clrMapOvr>
  <p:transition>
    <p:cover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C67E1F12-8D99-4FA4-9E25-874B206E6E14}"/>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5. Tính toán thiết bị (c)</a:t>
            </a:r>
          </a:p>
        </p:txBody>
      </p:sp>
      <p:sp>
        <p:nvSpPr>
          <p:cNvPr id="23555" name="Rectangle 4">
            <a:extLst>
              <a:ext uri="{FF2B5EF4-FFF2-40B4-BE49-F238E27FC236}">
                <a16:creationId xmlns:a16="http://schemas.microsoft.com/office/drawing/2014/main" id="{E624F28D-A4DB-42E5-BD3E-84F33148F42D}"/>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a:t>Tính toán chi tiết (c)</a:t>
            </a:r>
          </a:p>
          <a:p>
            <a:pPr marL="971550" lvl="1" indent="-514350" algn="l" eaLnBrk="1" hangingPunct="1">
              <a:buClr>
                <a:schemeClr val="bg1"/>
              </a:buClr>
              <a:buFont typeface="Wingdings" panose="05000000000000000000" pitchFamily="2" charset="2"/>
              <a:buChar char="Ø"/>
            </a:pPr>
            <a:r>
              <a:rPr lang="en-US" altLang="en-US" sz="2400"/>
              <a:t>Tính toán cho trung tâm lắp đặt (Modem, các thiết bị kết nối ra bên ngoài nếu có, Tủ mạng, Patch Panel, ...)</a:t>
            </a:r>
          </a:p>
          <a:p>
            <a:pPr marL="971550" lvl="1" indent="-514350" algn="l" eaLnBrk="1" hangingPunct="1">
              <a:buClr>
                <a:schemeClr val="bg1"/>
              </a:buClr>
              <a:buFont typeface="Wingdings" panose="05000000000000000000" pitchFamily="2" charset="2"/>
              <a:buChar char="Ø"/>
            </a:pPr>
            <a:r>
              <a:rPr lang="en-US" altLang="en-US" sz="2400"/>
              <a:t>Dự trù những thiết bị mở rộng cho tương lai</a:t>
            </a:r>
          </a:p>
          <a:p>
            <a:pPr marL="514350" indent="-514350" algn="l" eaLnBrk="1" hangingPunct="1">
              <a:buClr>
                <a:schemeClr val="bg1"/>
              </a:buClr>
              <a:buFont typeface="Wingdings" panose="05000000000000000000" pitchFamily="2" charset="2"/>
              <a:buChar char="Ø"/>
            </a:pPr>
            <a:r>
              <a:rPr lang="en-US" altLang="en-US"/>
              <a:t>Lập các bảng thống kê thiết bị</a:t>
            </a:r>
          </a:p>
          <a:p>
            <a:pPr marL="971550" lvl="1" indent="-514350" algn="l" eaLnBrk="1" hangingPunct="1">
              <a:buClr>
                <a:schemeClr val="bg1"/>
              </a:buClr>
              <a:buFont typeface="Wingdings" panose="05000000000000000000" pitchFamily="2" charset="2"/>
              <a:buChar char="Ø"/>
            </a:pPr>
            <a:r>
              <a:rPr lang="en-US" altLang="en-US"/>
              <a:t>Bảng thống kê cho từng phòng, từng khu vực nhỏ,</a:t>
            </a:r>
          </a:p>
          <a:p>
            <a:pPr marL="971550" lvl="1" indent="-514350" algn="l" eaLnBrk="1" hangingPunct="1">
              <a:buClr>
                <a:schemeClr val="bg1"/>
              </a:buClr>
              <a:buFont typeface="Wingdings" panose="05000000000000000000" pitchFamily="2" charset="2"/>
              <a:buChar char="Ø"/>
            </a:pPr>
            <a:r>
              <a:rPr lang="en-US" altLang="en-US"/>
              <a:t>Bảng thống kê tổng hợp cho các phòng, các khu vực nhỏ</a:t>
            </a:r>
          </a:p>
        </p:txBody>
      </p:sp>
      <p:sp>
        <p:nvSpPr>
          <p:cNvPr id="23556" name="Rectangle 7">
            <a:extLst>
              <a:ext uri="{FF2B5EF4-FFF2-40B4-BE49-F238E27FC236}">
                <a16:creationId xmlns:a16="http://schemas.microsoft.com/office/drawing/2014/main" id="{059BA843-3943-49A7-B5E9-3A106A8BE959}"/>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AF1D635B-E5E2-4959-92E7-353B5FC15A8D}" type="slidenum">
              <a:rPr lang="en-US" altLang="en-US"/>
              <a:pPr eaLnBrk="1" hangingPunct="1"/>
              <a:t>9</a:t>
            </a:fld>
            <a:endParaRPr lang="en-US" altLang="en-US"/>
          </a:p>
        </p:txBody>
      </p:sp>
    </p:spTree>
  </p:cSld>
  <p:clrMapOvr>
    <a:masterClrMapping/>
  </p:clrMapOvr>
  <p:transition>
    <p:cover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EE04A90-7CF9-4641-82AF-DA537D2EEC7F}"/>
              </a:ext>
            </a:extLst>
          </p:cNvPr>
          <p:cNvSpPr>
            <a:spLocks noGrp="1" noChangeArrowheads="1"/>
          </p:cNvSpPr>
          <p:nvPr>
            <p:ph type="ctrTitle"/>
          </p:nvPr>
        </p:nvSpPr>
        <p:spPr bwMode="auto">
          <a:xfrm>
            <a:off x="762000" y="228600"/>
            <a:ext cx="8153400"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lgn="l" eaLnBrk="1" hangingPunct="1"/>
            <a:r>
              <a:rPr lang="en-US" altLang="en-US"/>
              <a:t>6. Kết luận và đánh giá</a:t>
            </a:r>
          </a:p>
        </p:txBody>
      </p:sp>
      <p:sp>
        <p:nvSpPr>
          <p:cNvPr id="24579" name="Rectangle 4">
            <a:extLst>
              <a:ext uri="{FF2B5EF4-FFF2-40B4-BE49-F238E27FC236}">
                <a16:creationId xmlns:a16="http://schemas.microsoft.com/office/drawing/2014/main" id="{C418D422-55B5-4EA6-ACA9-232109595525}"/>
              </a:ext>
            </a:extLst>
          </p:cNvPr>
          <p:cNvSpPr>
            <a:spLocks noGrp="1" noChangeArrowheads="1"/>
          </p:cNvSpPr>
          <p:nvPr>
            <p:ph type="subTitle" idx="1"/>
          </p:nvPr>
        </p:nvSpPr>
        <p:spPr bwMode="auto">
          <a:xfrm>
            <a:off x="457200" y="1371600"/>
            <a:ext cx="8305800" cy="5334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514350" indent="-514350" algn="l" eaLnBrk="1" hangingPunct="1">
              <a:buClr>
                <a:schemeClr val="bg1"/>
              </a:buClr>
              <a:buFont typeface="Wingdings" panose="05000000000000000000" pitchFamily="2" charset="2"/>
              <a:buChar char="Ø"/>
            </a:pPr>
            <a:r>
              <a:rPr lang="en-US" altLang="en-US"/>
              <a:t>Căn cứ vào bảng tính toán của các phòng và các bảng tổng hợp các phòng để tổng hợp thành một bảng tổng các thiết bị cần thiết cho việc lắp đặt</a:t>
            </a:r>
          </a:p>
          <a:p>
            <a:pPr marL="514350" indent="-514350" algn="l" eaLnBrk="1" hangingPunct="1">
              <a:buClr>
                <a:schemeClr val="bg1"/>
              </a:buClr>
              <a:buFont typeface="Wingdings" panose="05000000000000000000" pitchFamily="2" charset="2"/>
              <a:buChar char="Ø"/>
            </a:pPr>
            <a:r>
              <a:rPr lang="en-US" altLang="en-US"/>
              <a:t>Dự kiến nhân công lắp đặt, những thiết bị máy móc cần thiết cho việc xử lý những điểm khó đi dây (Khoan tường, đục tường, kéo cáp ngầm, cáp treo, …)</a:t>
            </a:r>
          </a:p>
          <a:p>
            <a:pPr marL="514350" indent="-514350" algn="l" eaLnBrk="1" hangingPunct="1">
              <a:buClr>
                <a:schemeClr val="bg1"/>
              </a:buClr>
              <a:buFont typeface="Wingdings" panose="05000000000000000000" pitchFamily="2" charset="2"/>
              <a:buChar char="Ø"/>
            </a:pPr>
            <a:r>
              <a:rPr lang="en-US" altLang="en-US"/>
              <a:t>Tổng hợp và đánh giá mức độ thi công và hoàn thành theo tiến độ</a:t>
            </a:r>
          </a:p>
        </p:txBody>
      </p:sp>
      <p:sp>
        <p:nvSpPr>
          <p:cNvPr id="24580" name="Rectangle 7">
            <a:extLst>
              <a:ext uri="{FF2B5EF4-FFF2-40B4-BE49-F238E27FC236}">
                <a16:creationId xmlns:a16="http://schemas.microsoft.com/office/drawing/2014/main" id="{308668BA-CE79-42E0-9598-22F3600E3987}"/>
              </a:ext>
            </a:extLst>
          </p:cNvPr>
          <p:cNvSpPr>
            <a:spLocks noGrp="1" noChangeArrowheads="1"/>
          </p:cNvSpPr>
          <p:nvPr>
            <p:ph type="sldNum" sz="quarter" idx="4294967295"/>
          </p:nvPr>
        </p:nvSpPr>
        <p:spPr bwMode="auto">
          <a:xfrm>
            <a:off x="8229600" y="6324600"/>
            <a:ext cx="9144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algn="ctr" eaLnBrk="0" fontAlgn="base" hangingPunct="0">
              <a:spcBef>
                <a:spcPct val="0"/>
              </a:spcBef>
              <a:spcAft>
                <a:spcPct val="0"/>
              </a:spcAft>
              <a:defRPr b="1">
                <a:solidFill>
                  <a:schemeClr val="tx1"/>
                </a:solidFill>
                <a:latin typeface="Arial" panose="020B0604020202020204" pitchFamily="34" charset="0"/>
              </a:defRPr>
            </a:lvl6pPr>
            <a:lvl7pPr marL="2971800" indent="-228600" algn="ctr" eaLnBrk="0" fontAlgn="base" hangingPunct="0">
              <a:spcBef>
                <a:spcPct val="0"/>
              </a:spcBef>
              <a:spcAft>
                <a:spcPct val="0"/>
              </a:spcAft>
              <a:defRPr b="1">
                <a:solidFill>
                  <a:schemeClr val="tx1"/>
                </a:solidFill>
                <a:latin typeface="Arial" panose="020B0604020202020204" pitchFamily="34" charset="0"/>
              </a:defRPr>
            </a:lvl7pPr>
            <a:lvl8pPr marL="3429000" indent="-228600" algn="ctr" eaLnBrk="0" fontAlgn="base" hangingPunct="0">
              <a:spcBef>
                <a:spcPct val="0"/>
              </a:spcBef>
              <a:spcAft>
                <a:spcPct val="0"/>
              </a:spcAft>
              <a:defRPr b="1">
                <a:solidFill>
                  <a:schemeClr val="tx1"/>
                </a:solidFill>
                <a:latin typeface="Arial" panose="020B0604020202020204" pitchFamily="34" charset="0"/>
              </a:defRPr>
            </a:lvl8pPr>
            <a:lvl9pPr marL="3886200" indent="-228600" algn="ctr" eaLnBrk="0" fontAlgn="base" hangingPunct="0">
              <a:spcBef>
                <a:spcPct val="0"/>
              </a:spcBef>
              <a:spcAft>
                <a:spcPct val="0"/>
              </a:spcAft>
              <a:defRPr b="1">
                <a:solidFill>
                  <a:schemeClr val="tx1"/>
                </a:solidFill>
                <a:latin typeface="Arial" panose="020B0604020202020204" pitchFamily="34" charset="0"/>
              </a:defRPr>
            </a:lvl9pPr>
          </a:lstStyle>
          <a:p>
            <a:pPr eaLnBrk="1" hangingPunct="1"/>
            <a:fld id="{98EC328D-CFC7-4128-A0E8-B4946A8234EC}" type="slidenum">
              <a:rPr lang="en-US" altLang="en-US"/>
              <a:pPr eaLnBrk="1" hangingPunct="1"/>
              <a:t>10</a:t>
            </a:fld>
            <a:endParaRPr lang="en-US" altLang="en-US"/>
          </a:p>
        </p:txBody>
      </p:sp>
    </p:spTree>
  </p:cSld>
  <p:clrMapOvr>
    <a:masterClrMapping/>
  </p:clrMapOvr>
  <p:transition>
    <p:cover dir="rd"/>
  </p:transition>
</p:sld>
</file>

<file path=ppt/theme/theme1.xml><?xml version="1.0" encoding="utf-8"?>
<a:theme xmlns:a="http://schemas.openxmlformats.org/drawingml/2006/main" name="4_SMC QuickSolutions2">
  <a:themeElements>
    <a:clrScheme name="">
      <a:dk1>
        <a:srgbClr val="DDDDDD"/>
      </a:dk1>
      <a:lt1>
        <a:srgbClr val="FFFFFF"/>
      </a:lt1>
      <a:dk2>
        <a:srgbClr val="FFFF00"/>
      </a:dk2>
      <a:lt2>
        <a:srgbClr val="808000"/>
      </a:lt2>
      <a:accent1>
        <a:srgbClr val="00CC99"/>
      </a:accent1>
      <a:accent2>
        <a:srgbClr val="FFFF66"/>
      </a:accent2>
      <a:accent3>
        <a:srgbClr val="FFFFFF"/>
      </a:accent3>
      <a:accent4>
        <a:srgbClr val="BDBDBD"/>
      </a:accent4>
      <a:accent5>
        <a:srgbClr val="AAE2CA"/>
      </a:accent5>
      <a:accent6>
        <a:srgbClr val="E7E75C"/>
      </a:accent6>
      <a:hlink>
        <a:srgbClr val="CCCCFF"/>
      </a:hlink>
      <a:folHlink>
        <a:srgbClr val="B2B2B2"/>
      </a:folHlink>
    </a:clrScheme>
    <a:fontScheme name="SMC QuickSolutions2">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MC QuickSolutions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MC QuickSolutions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MC QuickSolutions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MC QuickSolutions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MC QuickSolutions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MC QuickSolutions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MC QuickSolutions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SMC QuickSolutions2">
  <a:themeElements>
    <a:clrScheme name="">
      <a:dk1>
        <a:srgbClr val="DDDDDD"/>
      </a:dk1>
      <a:lt1>
        <a:srgbClr val="FFFFFF"/>
      </a:lt1>
      <a:dk2>
        <a:srgbClr val="FFFF00"/>
      </a:dk2>
      <a:lt2>
        <a:srgbClr val="808000"/>
      </a:lt2>
      <a:accent1>
        <a:srgbClr val="00CC99"/>
      </a:accent1>
      <a:accent2>
        <a:srgbClr val="FFFF66"/>
      </a:accent2>
      <a:accent3>
        <a:srgbClr val="FFFFFF"/>
      </a:accent3>
      <a:accent4>
        <a:srgbClr val="BDBDBD"/>
      </a:accent4>
      <a:accent5>
        <a:srgbClr val="AAE2CA"/>
      </a:accent5>
      <a:accent6>
        <a:srgbClr val="E7E75C"/>
      </a:accent6>
      <a:hlink>
        <a:srgbClr val="CCCCFF"/>
      </a:hlink>
      <a:folHlink>
        <a:srgbClr val="B2B2B2"/>
      </a:folHlink>
    </a:clrScheme>
    <a:fontScheme name="SMC QuickSolutions2">
      <a:majorFont>
        <a:latin typeface="Times"/>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Arial" charset="0"/>
          </a:defRPr>
        </a:defPPr>
      </a:lstStyle>
    </a:lnDef>
  </a:objectDefaults>
  <a:extraClrSchemeLst>
    <a:extraClrScheme>
      <a:clrScheme name="SMC QuickSolutions2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MC QuickSolutions2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MC QuickSolutions2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MC QuickSolutions2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MC QuickSolutions2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MC QuickSolutions2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MC QuickSolutions2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77AA26BCC08AD4AA943118DD8C6956E" ma:contentTypeVersion="10" ma:contentTypeDescription="Create a new document." ma:contentTypeScope="" ma:versionID="e4832647bb022009b3d1ada94bd0519e">
  <xsd:schema xmlns:xsd="http://www.w3.org/2001/XMLSchema" xmlns:xs="http://www.w3.org/2001/XMLSchema" xmlns:p="http://schemas.microsoft.com/office/2006/metadata/properties" xmlns:ns2="7054a14a-3f8e-4847-8723-9c5c833d0eb8" targetNamespace="http://schemas.microsoft.com/office/2006/metadata/properties" ma:root="true" ma:fieldsID="464f93a1fd1690b9fe619476598091c1" ns2:_="">
    <xsd:import namespace="7054a14a-3f8e-4847-8723-9c5c833d0eb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54a14a-3f8e-4847-8723-9c5c833d0e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3C32E0D-A4FE-4B33-9F94-11C6B3144391}">
  <ds:schemaRefs>
    <ds:schemaRef ds:uri="http://schemas.microsoft.com/sharepoint/v3/contenttype/forms"/>
  </ds:schemaRefs>
</ds:datastoreItem>
</file>

<file path=customXml/itemProps2.xml><?xml version="1.0" encoding="utf-8"?>
<ds:datastoreItem xmlns:ds="http://schemas.openxmlformats.org/officeDocument/2006/customXml" ds:itemID="{5AD2C908-E981-4071-8F46-BB92E1A98B5F}"/>
</file>

<file path=customXml/itemProps3.xml><?xml version="1.0" encoding="utf-8"?>
<ds:datastoreItem xmlns:ds="http://schemas.openxmlformats.org/officeDocument/2006/customXml" ds:itemID="{DD40563F-0E66-495A-9D56-6E8BC1711392}"/>
</file>

<file path=docProps/app.xml><?xml version="1.0" encoding="utf-8"?>
<Properties xmlns="http://schemas.openxmlformats.org/officeDocument/2006/extended-properties" xmlns:vt="http://schemas.openxmlformats.org/officeDocument/2006/docPropsVTypes">
  <Template>Network</Template>
  <TotalTime>4007</TotalTime>
  <Words>856</Words>
  <Application>Microsoft Office PowerPoint</Application>
  <PresentationFormat>On-screen Show (4:3)</PresentationFormat>
  <Paragraphs>81</Paragraphs>
  <Slides>10</Slides>
  <Notes>10</Notes>
  <HiddenSlides>0</HiddenSlides>
  <MMClips>0</MMClip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4_SMC QuickSolutions2</vt:lpstr>
      <vt:lpstr>3_SMC QuickSolutions2</vt:lpstr>
      <vt:lpstr>Bài tập thiết kế mạng LAN</vt:lpstr>
      <vt:lpstr>Các bước thiết kế mạng:</vt:lpstr>
      <vt:lpstr>1. Khảo sát thực địa</vt:lpstr>
      <vt:lpstr>2. Lựa chọn Topo mạng, chuẩn kết nối</vt:lpstr>
      <vt:lpstr>3. Chọn vị trí đặt phòng kỹ thuật, và giải pháp thi công</vt:lpstr>
      <vt:lpstr>3. Chọn vị trí đặt phòng kỹ thuật, và giải pháp thi công (c)</vt:lpstr>
      <vt:lpstr>4. Vẽ sơ đồ logic lắp đặt mạng</vt:lpstr>
      <vt:lpstr>5. Tính toán thiết bị</vt:lpstr>
      <vt:lpstr>5. Tính toán thiết bị (c)</vt:lpstr>
      <vt:lpstr>6. Kết luận và đánh giá</vt:lpstr>
    </vt:vector>
  </TitlesOfParts>
  <Company>hut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  Routing in the Internet</dc:title>
  <dc:creator>sonnh</dc:creator>
  <cp:lastModifiedBy>VITCOI</cp:lastModifiedBy>
  <cp:revision>393</cp:revision>
  <dcterms:created xsi:type="dcterms:W3CDTF">2008-02-12T17:03:51Z</dcterms:created>
  <dcterms:modified xsi:type="dcterms:W3CDTF">2021-10-24T14:58:31Z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0x010100277AA26BCC08AD4AA943118DD8C6956E</vt:lpwstr>
  </property>
</Properties>
</file>